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rect 2"/>
          <p:cNvSpPr/>
          <p:nvPr/>
        </p:nvSpPr>
        <p:spPr>
          <a:xfrm>
            <a:off x="597918" y="1661662"/>
            <a:ext cx="2865632" cy="3410780"/>
          </a:xfrm>
          <a:prstGeom prst="roundRect">
            <a:avLst>
              <a:gd name="adj" fmla="val 5598"/>
            </a:avLst>
          </a:prstGeom>
          <a:solidFill>
            <a:srgbClr val="FFFFFF"/>
          </a:solidFill>
          <a:ln w="3810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3" name="Roundrect 3"/>
          <p:cNvSpPr/>
          <p:nvPr/>
        </p:nvSpPr>
        <p:spPr>
          <a:xfrm>
            <a:off x="4404177" y="1792846"/>
            <a:ext cx="2756256" cy="3228580"/>
          </a:xfrm>
          <a:prstGeom prst="roundRect">
            <a:avLst>
              <a:gd name="adj" fmla="val 5820"/>
            </a:avLst>
          </a:prstGeom>
          <a:solidFill>
            <a:srgbClr val="FFFFFF"/>
          </a:solidFill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8421895" y="1545054"/>
            <a:ext cx="2763548" cy="1639798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3556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8327103" y="3367052"/>
            <a:ext cx="3310424" cy="1785558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35560">
            <a:solidFill>
              <a:srgbClr val="F26313"/>
            </a:solidFill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1443753" y="5939713"/>
            <a:ext cx="9296897" cy="750663"/>
          </a:xfrm>
          <a:prstGeom prst="roundRect">
            <a:avLst>
              <a:gd name="adj" fmla="val 19417"/>
            </a:avLst>
          </a:prstGeom>
          <a:solidFill>
            <a:srgbClr val="FFFFFF"/>
          </a:solidFill>
          <a:ln w="25400">
            <a:solidFill>
              <a:srgbClr val="68A6FF"/>
            </a:solidFill>
            <a:prstDash val="dash"/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729168" y="2317581"/>
            <a:ext cx="2610423" cy="590327"/>
          </a:xfrm>
          <a:prstGeom prst="roundRect">
            <a:avLst>
              <a:gd name="adj" fmla="val 13580"/>
            </a:avLst>
          </a:prstGeom>
          <a:solidFill>
            <a:srgbClr val="F5FAFF"/>
          </a:solidFill>
          <a:ln w="2540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4535427" y="2456053"/>
            <a:ext cx="2479172" cy="481007"/>
          </a:xfrm>
          <a:prstGeom prst="roundRect">
            <a:avLst>
              <a:gd name="adj" fmla="val 16667"/>
            </a:avLst>
          </a:prstGeom>
          <a:solidFill>
            <a:srgbClr val="F5FAF1"/>
          </a:solidFill>
          <a:ln w="2032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4535427" y="4292627"/>
            <a:ext cx="2493756" cy="539311"/>
          </a:xfrm>
          <a:prstGeom prst="roundRect">
            <a:avLst>
              <a:gd name="adj" fmla="val 17568"/>
            </a:avLst>
          </a:prstGeom>
          <a:noFill/>
          <a:ln w="24130">
            <a:solidFill>
              <a:srgbClr val="246B26"/>
            </a:solidFill>
            <a:prstDash val="dash"/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8626062" y="2018774"/>
            <a:ext cx="2326047" cy="539311"/>
          </a:xfrm>
          <a:prstGeom prst="roundRect">
            <a:avLst>
              <a:gd name="adj" fmla="val 13514"/>
            </a:avLst>
          </a:prstGeom>
          <a:solidFill>
            <a:srgbClr val="F5FAF1"/>
          </a:solidFill>
          <a:ln w="1905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8472936" y="3833484"/>
            <a:ext cx="1822921" cy="327960"/>
          </a:xfrm>
          <a:prstGeom prst="roundRect">
            <a:avLst>
              <a:gd name="adj" fmla="val 15556"/>
            </a:avLst>
          </a:prstGeom>
          <a:solidFill>
            <a:srgbClr val="FFF8F3"/>
          </a:solidFill>
          <a:ln w="20320">
            <a:solidFill>
              <a:srgbClr val="F26313"/>
            </a:solidFill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2493756" y="5334810"/>
            <a:ext cx="1647921" cy="429991"/>
          </a:xfrm>
          <a:prstGeom prst="roundRect">
            <a:avLst>
              <a:gd name="adj" fmla="val 20339"/>
            </a:avLst>
          </a:prstGeom>
          <a:solidFill>
            <a:srgbClr val="F5FAFF"/>
          </a:solidFill>
          <a:ln w="2540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4382302" y="5334810"/>
            <a:ext cx="1917713" cy="429991"/>
          </a:xfrm>
          <a:prstGeom prst="roundRect">
            <a:avLst>
              <a:gd name="adj" fmla="val 20339"/>
            </a:avLst>
          </a:prstGeom>
          <a:solidFill>
            <a:srgbClr val="F5FAF1"/>
          </a:solidFill>
          <a:ln w="254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6547932" y="5334810"/>
            <a:ext cx="1502087" cy="429991"/>
          </a:xfrm>
          <a:prstGeom prst="roundRect">
            <a:avLst>
              <a:gd name="adj" fmla="val 20339"/>
            </a:avLst>
          </a:prstGeom>
          <a:solidFill>
            <a:srgbClr val="FFF8F3"/>
          </a:solidFill>
          <a:ln w="25400">
            <a:solidFill>
              <a:srgbClr val="F26313"/>
            </a:solidFill>
          </a:ln>
        </p:spPr>
        <p:txBody>
          <a:bodyPr/>
          <a:lstStyle/>
          <a:p/>
        </p:txBody>
      </p:sp>
      <p:sp>
        <p:nvSpPr>
          <p:cNvPr id="15" name="Roundrect 15"/>
          <p:cNvSpPr/>
          <p:nvPr/>
        </p:nvSpPr>
        <p:spPr>
          <a:xfrm>
            <a:off x="8239603" y="5334810"/>
            <a:ext cx="1575004" cy="429991"/>
          </a:xfrm>
          <a:prstGeom prst="roundRect">
            <a:avLst>
              <a:gd name="adj" fmla="val 20339"/>
            </a:avLst>
          </a:prstGeom>
          <a:solidFill>
            <a:srgbClr val="F5FAFF"/>
          </a:solidFill>
          <a:ln w="2540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16" name="Roundrect 16"/>
          <p:cNvSpPr/>
          <p:nvPr/>
        </p:nvSpPr>
        <p:spPr>
          <a:xfrm>
            <a:off x="1575004" y="4329067"/>
            <a:ext cx="787502" cy="524735"/>
          </a:xfrm>
          <a:prstGeom prst="roundRect">
            <a:avLst>
              <a:gd name="adj" fmla="val 8333"/>
            </a:avLst>
          </a:prstGeom>
          <a:solidFill>
            <a:srgbClr val="F9FBFF"/>
          </a:solidFill>
          <a:ln w="25400">
            <a:solidFill>
              <a:srgbClr val="526EA3"/>
            </a:solidFill>
          </a:ln>
        </p:spPr>
        <p:txBody>
          <a:bodyPr/>
          <a:lstStyle/>
          <a:p/>
        </p:txBody>
      </p:sp>
      <p:sp>
        <p:nvSpPr>
          <p:cNvPr id="17" name="Rect 17"/>
          <p:cNvSpPr/>
          <p:nvPr/>
        </p:nvSpPr>
        <p:spPr>
          <a:xfrm>
            <a:off x="1414587" y="4853802"/>
            <a:ext cx="1108336" cy="72880"/>
          </a:xfrm>
          <a:prstGeom prst="rect">
            <a:avLst/>
          </a:prstGeom>
          <a:solidFill>
            <a:srgbClr val="F4F7FF"/>
          </a:solidFill>
          <a:ln w="25400">
            <a:solidFill>
              <a:srgbClr val="526EA3"/>
            </a:solidFill>
          </a:ln>
        </p:spPr>
        <p:txBody>
          <a:bodyPr/>
          <a:lstStyle/>
          <a:p/>
        </p:txBody>
      </p:sp>
      <p:sp>
        <p:nvSpPr>
          <p:cNvPr id="18" name="Roundrect 18"/>
          <p:cNvSpPr/>
          <p:nvPr/>
        </p:nvSpPr>
        <p:spPr>
          <a:xfrm>
            <a:off x="10383358" y="3993819"/>
            <a:ext cx="1115628" cy="998455"/>
          </a:xfrm>
          <a:prstGeom prst="roundRect">
            <a:avLst>
              <a:gd name="adj" fmla="val 4380"/>
            </a:avLst>
          </a:prstGeom>
          <a:solidFill>
            <a:srgbClr val="F7F9FC"/>
          </a:solidFill>
          <a:ln w="26670">
            <a:solidFill>
              <a:srgbClr val="4D5667"/>
            </a:solidFill>
          </a:ln>
        </p:spPr>
        <p:txBody>
          <a:bodyPr/>
          <a:lstStyle/>
          <a:p/>
        </p:txBody>
      </p:sp>
      <p:sp>
        <p:nvSpPr>
          <p:cNvPr id="19" name="Ellipse 19"/>
          <p:cNvSpPr/>
          <p:nvPr/>
        </p:nvSpPr>
        <p:spPr>
          <a:xfrm>
            <a:off x="823960" y="3381628"/>
            <a:ext cx="131250" cy="131184"/>
          </a:xfrm>
          <a:prstGeom prst="ellipse">
            <a:avLst/>
          </a:prstGeom>
          <a:noFill/>
          <a:ln w="22860">
            <a:solidFill>
              <a:srgbClr val="1D62D6"/>
            </a:solidFill>
          </a:ln>
        </p:spPr>
        <p:txBody>
          <a:bodyPr/>
          <a:lstStyle/>
          <a:p/>
        </p:txBody>
      </p:sp>
      <p:sp>
        <p:nvSpPr>
          <p:cNvPr id="20" name="Ellipse 20"/>
          <p:cNvSpPr/>
          <p:nvPr/>
        </p:nvSpPr>
        <p:spPr>
          <a:xfrm>
            <a:off x="823960" y="3651284"/>
            <a:ext cx="131250" cy="131184"/>
          </a:xfrm>
          <a:prstGeom prst="ellipse">
            <a:avLst/>
          </a:prstGeom>
          <a:noFill/>
          <a:ln w="22860">
            <a:solidFill>
              <a:srgbClr val="1D62D6"/>
            </a:solidFill>
          </a:ln>
        </p:spPr>
        <p:txBody>
          <a:bodyPr/>
          <a:lstStyle/>
          <a:p/>
        </p:txBody>
      </p:sp>
      <p:sp>
        <p:nvSpPr>
          <p:cNvPr id="21" name="Ellipse 21"/>
          <p:cNvSpPr/>
          <p:nvPr/>
        </p:nvSpPr>
        <p:spPr>
          <a:xfrm>
            <a:off x="823960" y="3928227"/>
            <a:ext cx="131250" cy="131184"/>
          </a:xfrm>
          <a:prstGeom prst="ellipse">
            <a:avLst/>
          </a:prstGeom>
          <a:noFill/>
          <a:ln w="22860">
            <a:solidFill>
              <a:srgbClr val="1D62D6"/>
            </a:solidFill>
          </a:ln>
        </p:spPr>
        <p:txBody>
          <a:bodyPr/>
          <a:lstStyle/>
          <a:p/>
        </p:txBody>
      </p:sp>
      <p:sp>
        <p:nvSpPr>
          <p:cNvPr id="22" name="Ellipse 22"/>
          <p:cNvSpPr/>
          <p:nvPr/>
        </p:nvSpPr>
        <p:spPr>
          <a:xfrm>
            <a:off x="4644803" y="3192140"/>
            <a:ext cx="65625" cy="65592"/>
          </a:xfrm>
          <a:prstGeom prst="ellipse">
            <a:avLst/>
          </a:prstGeom>
          <a:solidFill>
            <a:srgbClr val="246B26"/>
          </a:solidFill>
          <a:ln w="127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23" name="Ellipse 23"/>
          <p:cNvSpPr/>
          <p:nvPr/>
        </p:nvSpPr>
        <p:spPr>
          <a:xfrm>
            <a:off x="4644803" y="3469084"/>
            <a:ext cx="65625" cy="65592"/>
          </a:xfrm>
          <a:prstGeom prst="ellipse">
            <a:avLst/>
          </a:prstGeom>
          <a:solidFill>
            <a:srgbClr val="246B26"/>
          </a:solidFill>
          <a:ln w="127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24" name="Ellipse 24"/>
          <p:cNvSpPr/>
          <p:nvPr/>
        </p:nvSpPr>
        <p:spPr>
          <a:xfrm>
            <a:off x="4644803" y="3746028"/>
            <a:ext cx="65625" cy="65592"/>
          </a:xfrm>
          <a:prstGeom prst="ellipse">
            <a:avLst/>
          </a:prstGeom>
          <a:solidFill>
            <a:srgbClr val="246B26"/>
          </a:solidFill>
          <a:ln w="127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25" name="Ellipse 25"/>
          <p:cNvSpPr/>
          <p:nvPr/>
        </p:nvSpPr>
        <p:spPr>
          <a:xfrm>
            <a:off x="4644803" y="4022971"/>
            <a:ext cx="65625" cy="65592"/>
          </a:xfrm>
          <a:prstGeom prst="ellipse">
            <a:avLst/>
          </a:prstGeom>
          <a:solidFill>
            <a:srgbClr val="246B26"/>
          </a:solidFill>
          <a:ln w="127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26" name="Ellipse 26"/>
          <p:cNvSpPr/>
          <p:nvPr/>
        </p:nvSpPr>
        <p:spPr>
          <a:xfrm>
            <a:off x="8655229" y="2696557"/>
            <a:ext cx="58333" cy="58304"/>
          </a:xfrm>
          <a:prstGeom prst="ellipse">
            <a:avLst/>
          </a:prstGeom>
          <a:solidFill>
            <a:srgbClr val="246B26"/>
          </a:solidFill>
          <a:ln w="127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27" name="Ellipse 27"/>
          <p:cNvSpPr/>
          <p:nvPr/>
        </p:nvSpPr>
        <p:spPr>
          <a:xfrm>
            <a:off x="8655229" y="2973501"/>
            <a:ext cx="58333" cy="58304"/>
          </a:xfrm>
          <a:prstGeom prst="ellipse">
            <a:avLst/>
          </a:prstGeom>
          <a:solidFill>
            <a:srgbClr val="246B26"/>
          </a:solidFill>
          <a:ln w="127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28" name="Ellipse 28"/>
          <p:cNvSpPr/>
          <p:nvPr/>
        </p:nvSpPr>
        <p:spPr>
          <a:xfrm>
            <a:off x="8494812" y="4358219"/>
            <a:ext cx="58333" cy="58304"/>
          </a:xfrm>
          <a:prstGeom prst="ellipse">
            <a:avLst/>
          </a:prstGeom>
          <a:solidFill>
            <a:srgbClr val="F26313"/>
          </a:solidFill>
          <a:ln w="12700">
            <a:solidFill>
              <a:srgbClr val="F26313"/>
            </a:solidFill>
          </a:ln>
        </p:spPr>
        <p:txBody>
          <a:bodyPr/>
          <a:lstStyle/>
          <a:p/>
        </p:txBody>
      </p:sp>
      <p:sp>
        <p:nvSpPr>
          <p:cNvPr id="29" name="Ellipse 29"/>
          <p:cNvSpPr/>
          <p:nvPr/>
        </p:nvSpPr>
        <p:spPr>
          <a:xfrm>
            <a:off x="8494812" y="4569571"/>
            <a:ext cx="58333" cy="58304"/>
          </a:xfrm>
          <a:prstGeom prst="ellipse">
            <a:avLst/>
          </a:prstGeom>
          <a:solidFill>
            <a:srgbClr val="F26313"/>
          </a:solidFill>
          <a:ln w="12700">
            <a:solidFill>
              <a:srgbClr val="F26313"/>
            </a:solidFill>
          </a:ln>
        </p:spPr>
        <p:txBody>
          <a:bodyPr/>
          <a:lstStyle/>
          <a:p/>
        </p:txBody>
      </p:sp>
      <p:sp>
        <p:nvSpPr>
          <p:cNvPr id="30" name="Ellipse 30"/>
          <p:cNvSpPr/>
          <p:nvPr/>
        </p:nvSpPr>
        <p:spPr>
          <a:xfrm>
            <a:off x="8494812" y="4846514"/>
            <a:ext cx="58333" cy="58304"/>
          </a:xfrm>
          <a:prstGeom prst="ellipse">
            <a:avLst/>
          </a:prstGeom>
          <a:solidFill>
            <a:srgbClr val="F26313"/>
          </a:solidFill>
          <a:ln w="12700">
            <a:solidFill>
              <a:srgbClr val="F26313"/>
            </a:solidFill>
          </a:ln>
        </p:spPr>
        <p:txBody>
          <a:bodyPr/>
          <a:lstStyle/>
          <a:p/>
        </p:txBody>
      </p:sp>
      <p:sp>
        <p:nvSpPr>
          <p:cNvPr id="31" name="Rect 31"/>
          <p:cNvSpPr/>
          <p:nvPr/>
        </p:nvSpPr>
        <p:spPr>
          <a:xfrm>
            <a:off x="10405233" y="4015683"/>
            <a:ext cx="1071878" cy="145760"/>
          </a:xfrm>
          <a:prstGeom prst="rect">
            <a:avLst/>
          </a:prstGeom>
          <a:solidFill>
            <a:srgbClr val="ECEFF5"/>
          </a:solidFill>
          <a:ln w="10160">
            <a:solidFill>
              <a:srgbClr val="4D5667"/>
            </a:solidFill>
          </a:ln>
        </p:spPr>
        <p:txBody>
          <a:bodyPr/>
          <a:lstStyle/>
          <a:p/>
        </p:txBody>
      </p:sp>
      <p:sp>
        <p:nvSpPr>
          <p:cNvPr id="32" name="Roundrect 32"/>
          <p:cNvSpPr/>
          <p:nvPr/>
        </p:nvSpPr>
        <p:spPr>
          <a:xfrm>
            <a:off x="853127" y="1829286"/>
            <a:ext cx="284376" cy="349824"/>
          </a:xfrm>
          <a:prstGeom prst="roundRect">
            <a:avLst>
              <a:gd name="adj" fmla="val 5128"/>
            </a:avLst>
          </a:prstGeom>
          <a:noFill/>
          <a:ln w="3175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33" name="Roundrect 33"/>
          <p:cNvSpPr/>
          <p:nvPr/>
        </p:nvSpPr>
        <p:spPr>
          <a:xfrm>
            <a:off x="8669812" y="1661662"/>
            <a:ext cx="247917" cy="327960"/>
          </a:xfrm>
          <a:prstGeom prst="roundRect">
            <a:avLst>
              <a:gd name="adj" fmla="val 5882"/>
            </a:avLst>
          </a:prstGeom>
          <a:noFill/>
          <a:ln w="29209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34" name="Ellipse 34"/>
          <p:cNvSpPr/>
          <p:nvPr/>
        </p:nvSpPr>
        <p:spPr>
          <a:xfrm>
            <a:off x="8487520" y="3505524"/>
            <a:ext cx="306251" cy="306096"/>
          </a:xfrm>
          <a:prstGeom prst="ellipse">
            <a:avLst/>
          </a:prstGeom>
          <a:noFill/>
          <a:ln w="38100">
            <a:solidFill>
              <a:srgbClr val="F26313"/>
            </a:solidFill>
          </a:ln>
        </p:spPr>
        <p:txBody>
          <a:bodyPr/>
          <a:lstStyle/>
          <a:p/>
        </p:txBody>
      </p:sp>
      <p:sp>
        <p:nvSpPr>
          <p:cNvPr id="35" name="Ellipse 35"/>
          <p:cNvSpPr/>
          <p:nvPr/>
        </p:nvSpPr>
        <p:spPr>
          <a:xfrm>
            <a:off x="10470858" y="4059411"/>
            <a:ext cx="29167" cy="29152"/>
          </a:xfrm>
          <a:prstGeom prst="ellipse">
            <a:avLst/>
          </a:prstGeom>
          <a:solidFill>
            <a:srgbClr val="5E6775"/>
          </a:solidFill>
          <a:ln w="12700">
            <a:solidFill>
              <a:srgbClr val="5E6775"/>
            </a:solidFill>
          </a:ln>
        </p:spPr>
        <p:txBody>
          <a:bodyPr/>
          <a:lstStyle/>
          <a:p/>
        </p:txBody>
      </p:sp>
      <p:sp>
        <p:nvSpPr>
          <p:cNvPr id="36" name="Ellipse 36"/>
          <p:cNvSpPr/>
          <p:nvPr/>
        </p:nvSpPr>
        <p:spPr>
          <a:xfrm>
            <a:off x="10558358" y="4059411"/>
            <a:ext cx="29167" cy="29152"/>
          </a:xfrm>
          <a:prstGeom prst="ellipse">
            <a:avLst/>
          </a:prstGeom>
          <a:solidFill>
            <a:srgbClr val="5E6775"/>
          </a:solidFill>
          <a:ln w="12700">
            <a:solidFill>
              <a:srgbClr val="5E6775"/>
            </a:solidFill>
          </a:ln>
        </p:spPr>
        <p:txBody>
          <a:bodyPr/>
          <a:lstStyle/>
          <a:p/>
        </p:txBody>
      </p:sp>
      <p:sp>
        <p:nvSpPr>
          <p:cNvPr id="37" name="Ellipse 37"/>
          <p:cNvSpPr/>
          <p:nvPr/>
        </p:nvSpPr>
        <p:spPr>
          <a:xfrm>
            <a:off x="10645858" y="4059411"/>
            <a:ext cx="29167" cy="29152"/>
          </a:xfrm>
          <a:prstGeom prst="ellipse">
            <a:avLst/>
          </a:prstGeom>
          <a:solidFill>
            <a:srgbClr val="5E6775"/>
          </a:solidFill>
          <a:ln w="12700">
            <a:solidFill>
              <a:srgbClr val="5E6775"/>
            </a:solidFill>
          </a:ln>
        </p:spPr>
        <p:txBody>
          <a:bodyPr/>
          <a:lstStyle/>
          <a:p/>
        </p:txBody>
      </p:sp>
      <p:sp>
        <p:nvSpPr>
          <p:cNvPr id="38" name="Ellipse 38"/>
          <p:cNvSpPr/>
          <p:nvPr/>
        </p:nvSpPr>
        <p:spPr>
          <a:xfrm>
            <a:off x="10500025" y="4234323"/>
            <a:ext cx="36458" cy="36440"/>
          </a:xfrm>
          <a:prstGeom prst="ellipse">
            <a:avLst/>
          </a:prstGeom>
          <a:solidFill>
            <a:srgbClr val="B8C1D0"/>
          </a:solidFill>
          <a:ln w="12700">
            <a:solidFill>
              <a:srgbClr val="B8C1D0"/>
            </a:solidFill>
          </a:ln>
        </p:spPr>
        <p:txBody>
          <a:bodyPr/>
          <a:lstStyle/>
          <a:p/>
        </p:txBody>
      </p:sp>
      <p:sp>
        <p:nvSpPr>
          <p:cNvPr id="39" name="Line 39"/>
          <p:cNvSpPr/>
          <p:nvPr/>
        </p:nvSpPr>
        <p:spPr>
          <a:xfrm>
            <a:off x="10572941" y="4256187"/>
            <a:ext cx="291667" cy="0"/>
          </a:xfrm>
          <a:prstGeom prst="line">
            <a:avLst/>
          </a:prstGeom>
          <a:noFill/>
          <a:ln w="15240">
            <a:solidFill>
              <a:srgbClr val="B8C1D0"/>
            </a:solidFill>
          </a:ln>
        </p:spPr>
        <p:txBody>
          <a:bodyPr/>
          <a:lstStyle/>
          <a:p/>
        </p:txBody>
      </p:sp>
      <p:sp>
        <p:nvSpPr>
          <p:cNvPr id="40" name="Ellipse 40"/>
          <p:cNvSpPr/>
          <p:nvPr/>
        </p:nvSpPr>
        <p:spPr>
          <a:xfrm>
            <a:off x="10500025" y="4343643"/>
            <a:ext cx="36458" cy="36440"/>
          </a:xfrm>
          <a:prstGeom prst="ellipse">
            <a:avLst/>
          </a:prstGeom>
          <a:solidFill>
            <a:srgbClr val="B8C1D0"/>
          </a:solidFill>
          <a:ln w="12700">
            <a:solidFill>
              <a:srgbClr val="B8C1D0"/>
            </a:solidFill>
          </a:ln>
        </p:spPr>
        <p:txBody>
          <a:bodyPr/>
          <a:lstStyle/>
          <a:p/>
        </p:txBody>
      </p:sp>
      <p:sp>
        <p:nvSpPr>
          <p:cNvPr id="41" name="Line 41"/>
          <p:cNvSpPr/>
          <p:nvPr/>
        </p:nvSpPr>
        <p:spPr>
          <a:xfrm>
            <a:off x="10572941" y="4365507"/>
            <a:ext cx="291667" cy="0"/>
          </a:xfrm>
          <a:prstGeom prst="line">
            <a:avLst/>
          </a:prstGeom>
          <a:noFill/>
          <a:ln w="15240">
            <a:solidFill>
              <a:srgbClr val="B8C1D0"/>
            </a:solidFill>
          </a:ln>
        </p:spPr>
        <p:txBody>
          <a:bodyPr/>
          <a:lstStyle/>
          <a:p/>
        </p:txBody>
      </p:sp>
      <p:sp>
        <p:nvSpPr>
          <p:cNvPr id="42" name="Ellipse 42"/>
          <p:cNvSpPr/>
          <p:nvPr/>
        </p:nvSpPr>
        <p:spPr>
          <a:xfrm>
            <a:off x="10500025" y="4460251"/>
            <a:ext cx="36458" cy="36440"/>
          </a:xfrm>
          <a:prstGeom prst="ellipse">
            <a:avLst/>
          </a:prstGeom>
          <a:solidFill>
            <a:srgbClr val="B8C1D0"/>
          </a:solidFill>
          <a:ln w="12700">
            <a:solidFill>
              <a:srgbClr val="B8C1D0"/>
            </a:solidFill>
          </a:ln>
        </p:spPr>
        <p:txBody>
          <a:bodyPr/>
          <a:lstStyle/>
          <a:p/>
        </p:txBody>
      </p:sp>
      <p:sp>
        <p:nvSpPr>
          <p:cNvPr id="43" name="Line 43"/>
          <p:cNvSpPr/>
          <p:nvPr/>
        </p:nvSpPr>
        <p:spPr>
          <a:xfrm>
            <a:off x="10572941" y="4482115"/>
            <a:ext cx="291667" cy="0"/>
          </a:xfrm>
          <a:prstGeom prst="line">
            <a:avLst/>
          </a:prstGeom>
          <a:noFill/>
          <a:ln w="15240">
            <a:solidFill>
              <a:srgbClr val="B8C1D0"/>
            </a:solidFill>
          </a:ln>
        </p:spPr>
        <p:txBody>
          <a:bodyPr/>
          <a:lstStyle/>
          <a:p/>
        </p:txBody>
      </p:sp>
      <p:sp>
        <p:nvSpPr>
          <p:cNvPr id="44" name="Ellipse 44"/>
          <p:cNvSpPr/>
          <p:nvPr/>
        </p:nvSpPr>
        <p:spPr>
          <a:xfrm>
            <a:off x="10500025" y="4627875"/>
            <a:ext cx="36458" cy="36440"/>
          </a:xfrm>
          <a:prstGeom prst="ellipse">
            <a:avLst/>
          </a:prstGeom>
          <a:solidFill>
            <a:srgbClr val="B8C1D0"/>
          </a:solidFill>
          <a:ln w="12700">
            <a:solidFill>
              <a:srgbClr val="B8C1D0"/>
            </a:solidFill>
          </a:ln>
        </p:spPr>
        <p:txBody>
          <a:bodyPr/>
          <a:lstStyle/>
          <a:p/>
        </p:txBody>
      </p:sp>
      <p:sp>
        <p:nvSpPr>
          <p:cNvPr id="45" name="Line 45"/>
          <p:cNvSpPr/>
          <p:nvPr/>
        </p:nvSpPr>
        <p:spPr>
          <a:xfrm>
            <a:off x="10572941" y="4649739"/>
            <a:ext cx="291667" cy="0"/>
          </a:xfrm>
          <a:prstGeom prst="line">
            <a:avLst/>
          </a:prstGeom>
          <a:noFill/>
          <a:ln w="15240">
            <a:solidFill>
              <a:srgbClr val="B8C1D0"/>
            </a:solidFill>
          </a:ln>
        </p:spPr>
        <p:txBody>
          <a:bodyPr/>
          <a:lstStyle/>
          <a:p/>
        </p:txBody>
      </p:sp>
      <p:sp>
        <p:nvSpPr>
          <p:cNvPr id="46" name="Ellipse 46"/>
          <p:cNvSpPr/>
          <p:nvPr/>
        </p:nvSpPr>
        <p:spPr>
          <a:xfrm>
            <a:off x="10500025" y="4737194"/>
            <a:ext cx="36458" cy="36440"/>
          </a:xfrm>
          <a:prstGeom prst="ellipse">
            <a:avLst/>
          </a:prstGeom>
          <a:solidFill>
            <a:srgbClr val="B8C1D0"/>
          </a:solidFill>
          <a:ln w="12700">
            <a:solidFill>
              <a:srgbClr val="B8C1D0"/>
            </a:solidFill>
          </a:ln>
        </p:spPr>
        <p:txBody>
          <a:bodyPr/>
          <a:lstStyle/>
          <a:p/>
        </p:txBody>
      </p:sp>
      <p:sp>
        <p:nvSpPr>
          <p:cNvPr id="47" name="Line 47"/>
          <p:cNvSpPr/>
          <p:nvPr/>
        </p:nvSpPr>
        <p:spPr>
          <a:xfrm>
            <a:off x="10572941" y="4759058"/>
            <a:ext cx="291667" cy="0"/>
          </a:xfrm>
          <a:prstGeom prst="line">
            <a:avLst/>
          </a:prstGeom>
          <a:noFill/>
          <a:ln w="15240">
            <a:solidFill>
              <a:srgbClr val="B8C1D0"/>
            </a:solidFill>
          </a:ln>
        </p:spPr>
        <p:txBody>
          <a:bodyPr/>
          <a:lstStyle/>
          <a:p/>
        </p:txBody>
      </p:sp>
      <p:sp>
        <p:nvSpPr>
          <p:cNvPr id="48" name="Ellipse 48"/>
          <p:cNvSpPr/>
          <p:nvPr/>
        </p:nvSpPr>
        <p:spPr>
          <a:xfrm>
            <a:off x="10500025" y="4861090"/>
            <a:ext cx="36458" cy="36440"/>
          </a:xfrm>
          <a:prstGeom prst="ellipse">
            <a:avLst/>
          </a:prstGeom>
          <a:solidFill>
            <a:srgbClr val="B8C1D0"/>
          </a:solidFill>
          <a:ln w="12700">
            <a:solidFill>
              <a:srgbClr val="B8C1D0"/>
            </a:solidFill>
          </a:ln>
        </p:spPr>
        <p:txBody>
          <a:bodyPr/>
          <a:lstStyle/>
          <a:p/>
        </p:txBody>
      </p:sp>
      <p:sp>
        <p:nvSpPr>
          <p:cNvPr id="49" name="Line 49"/>
          <p:cNvSpPr/>
          <p:nvPr/>
        </p:nvSpPr>
        <p:spPr>
          <a:xfrm>
            <a:off x="10572941" y="4882954"/>
            <a:ext cx="291667" cy="0"/>
          </a:xfrm>
          <a:prstGeom prst="line">
            <a:avLst/>
          </a:prstGeom>
          <a:noFill/>
          <a:ln w="15240">
            <a:solidFill>
              <a:srgbClr val="B8C1D0"/>
            </a:solidFill>
          </a:ln>
        </p:spPr>
        <p:txBody>
          <a:bodyPr/>
          <a:lstStyle/>
          <a:p/>
        </p:txBody>
      </p:sp>
      <p:sp>
        <p:nvSpPr>
          <p:cNvPr id="50" name="Line 50"/>
          <p:cNvSpPr/>
          <p:nvPr/>
        </p:nvSpPr>
        <p:spPr>
          <a:xfrm flipV="1">
            <a:off x="10908359" y="4307203"/>
            <a:ext cx="131250" cy="167624"/>
          </a:xfrm>
          <a:prstGeom prst="line">
            <a:avLst/>
          </a:prstGeom>
          <a:noFill/>
          <a:ln w="2540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51" name="Line 51"/>
          <p:cNvSpPr/>
          <p:nvPr/>
        </p:nvSpPr>
        <p:spPr>
          <a:xfrm>
            <a:off x="11039609" y="4307203"/>
            <a:ext cx="131250" cy="131184"/>
          </a:xfrm>
          <a:prstGeom prst="line">
            <a:avLst/>
          </a:prstGeom>
          <a:noFill/>
          <a:ln w="2540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52" name="Line 52"/>
          <p:cNvSpPr/>
          <p:nvPr/>
        </p:nvSpPr>
        <p:spPr>
          <a:xfrm flipV="1">
            <a:off x="11170859" y="4256187"/>
            <a:ext cx="145834" cy="182200"/>
          </a:xfrm>
          <a:prstGeom prst="line">
            <a:avLst/>
          </a:prstGeom>
          <a:noFill/>
          <a:ln w="2540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53" name="Line 53"/>
          <p:cNvSpPr/>
          <p:nvPr/>
        </p:nvSpPr>
        <p:spPr>
          <a:xfrm>
            <a:off x="11316693" y="4256187"/>
            <a:ext cx="102084" cy="87456"/>
          </a:xfrm>
          <a:prstGeom prst="line">
            <a:avLst/>
          </a:prstGeom>
          <a:noFill/>
          <a:ln w="2540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54" name="Ellipse 54"/>
          <p:cNvSpPr/>
          <p:nvPr/>
        </p:nvSpPr>
        <p:spPr>
          <a:xfrm>
            <a:off x="10981276" y="4569571"/>
            <a:ext cx="437501" cy="437279"/>
          </a:xfrm>
          <a:prstGeom prst="ellipse">
            <a:avLst/>
          </a:prstGeom>
          <a:solidFill>
            <a:srgbClr val="F3FAEF"/>
          </a:solidFill>
          <a:ln w="2286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55" name="Rect 55"/>
          <p:cNvSpPr/>
          <p:nvPr/>
        </p:nvSpPr>
        <p:spPr>
          <a:xfrm>
            <a:off x="11214610" y="4591435"/>
            <a:ext cx="189584" cy="174912"/>
          </a:xfrm>
          <a:prstGeom prst="rect">
            <a:avLst/>
          </a:prstGeom>
          <a:solidFill>
            <a:srgbClr val="FFD9C2"/>
          </a:solidFill>
          <a:ln w="12700">
            <a:solidFill>
              <a:srgbClr val="F26313"/>
            </a:solidFill>
          </a:ln>
        </p:spPr>
        <p:txBody>
          <a:bodyPr/>
          <a:lstStyle/>
          <a:p/>
        </p:txBody>
      </p:sp>
      <p:sp>
        <p:nvSpPr>
          <p:cNvPr id="56" name="Ellipse 56"/>
          <p:cNvSpPr/>
          <p:nvPr/>
        </p:nvSpPr>
        <p:spPr>
          <a:xfrm>
            <a:off x="2661465" y="5436842"/>
            <a:ext cx="160417" cy="160336"/>
          </a:xfrm>
          <a:prstGeom prst="ellipse">
            <a:avLst/>
          </a:prstGeom>
          <a:noFill/>
          <a:ln w="29209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57" name="Line 57"/>
          <p:cNvSpPr/>
          <p:nvPr/>
        </p:nvSpPr>
        <p:spPr>
          <a:xfrm>
            <a:off x="2625006" y="5706497"/>
            <a:ext cx="226042" cy="0"/>
          </a:xfrm>
          <a:prstGeom prst="line">
            <a:avLst/>
          </a:prstGeom>
          <a:noFill/>
          <a:ln w="29209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58" name="Line 58"/>
          <p:cNvSpPr/>
          <p:nvPr/>
        </p:nvSpPr>
        <p:spPr>
          <a:xfrm flipH="1">
            <a:off x="2625006" y="5597177"/>
            <a:ext cx="109375" cy="109320"/>
          </a:xfrm>
          <a:prstGeom prst="line">
            <a:avLst/>
          </a:prstGeom>
          <a:noFill/>
          <a:ln w="29209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59" name="Line 59"/>
          <p:cNvSpPr/>
          <p:nvPr/>
        </p:nvSpPr>
        <p:spPr>
          <a:xfrm>
            <a:off x="2734381" y="5597177"/>
            <a:ext cx="116667" cy="109320"/>
          </a:xfrm>
          <a:prstGeom prst="line">
            <a:avLst/>
          </a:prstGeom>
          <a:noFill/>
          <a:ln w="29209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60" name="Roundrect 60"/>
          <p:cNvSpPr/>
          <p:nvPr/>
        </p:nvSpPr>
        <p:spPr>
          <a:xfrm>
            <a:off x="6693766" y="5436842"/>
            <a:ext cx="182292" cy="247792"/>
          </a:xfrm>
          <a:prstGeom prst="roundRect">
            <a:avLst>
              <a:gd name="adj" fmla="val 8000"/>
            </a:avLst>
          </a:prstGeom>
          <a:noFill/>
          <a:ln w="22860">
            <a:solidFill>
              <a:srgbClr val="F26313"/>
            </a:solidFill>
          </a:ln>
        </p:spPr>
        <p:txBody>
          <a:bodyPr/>
          <a:lstStyle/>
          <a:p/>
        </p:txBody>
      </p:sp>
      <p:sp>
        <p:nvSpPr>
          <p:cNvPr id="61" name="Ellipse 61"/>
          <p:cNvSpPr/>
          <p:nvPr/>
        </p:nvSpPr>
        <p:spPr>
          <a:xfrm>
            <a:off x="6861474" y="5553450"/>
            <a:ext cx="145834" cy="145760"/>
          </a:xfrm>
          <a:prstGeom prst="ellipse">
            <a:avLst/>
          </a:prstGeom>
          <a:noFill/>
          <a:ln w="22860">
            <a:solidFill>
              <a:srgbClr val="F26313"/>
            </a:solidFill>
          </a:ln>
        </p:spPr>
        <p:txBody>
          <a:bodyPr/>
          <a:lstStyle/>
          <a:p/>
        </p:txBody>
      </p:sp>
      <p:sp>
        <p:nvSpPr>
          <p:cNvPr id="62" name="Line 62"/>
          <p:cNvSpPr/>
          <p:nvPr/>
        </p:nvSpPr>
        <p:spPr>
          <a:xfrm>
            <a:off x="6970850" y="5662769"/>
            <a:ext cx="102084" cy="87456"/>
          </a:xfrm>
          <a:prstGeom prst="line">
            <a:avLst/>
          </a:prstGeom>
          <a:noFill/>
          <a:ln w="22860">
            <a:solidFill>
              <a:srgbClr val="F26313"/>
            </a:solidFill>
          </a:ln>
        </p:spPr>
        <p:txBody>
          <a:bodyPr/>
          <a:lstStyle/>
          <a:p/>
        </p:txBody>
      </p:sp>
      <p:sp>
        <p:nvSpPr>
          <p:cNvPr id="63" name="Ellipse 63"/>
          <p:cNvSpPr/>
          <p:nvPr/>
        </p:nvSpPr>
        <p:spPr>
          <a:xfrm>
            <a:off x="8385436" y="5414978"/>
            <a:ext cx="284376" cy="284232"/>
          </a:xfrm>
          <a:prstGeom prst="ellipse">
            <a:avLst/>
          </a:prstGeom>
          <a:noFill/>
          <a:ln w="3048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64" name="Line 64"/>
          <p:cNvSpPr/>
          <p:nvPr/>
        </p:nvSpPr>
        <p:spPr>
          <a:xfrm>
            <a:off x="8523978" y="5429554"/>
            <a:ext cx="0" cy="262368"/>
          </a:xfrm>
          <a:prstGeom prst="line">
            <a:avLst/>
          </a:prstGeom>
          <a:noFill/>
          <a:ln w="2159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65" name="Line 65"/>
          <p:cNvSpPr/>
          <p:nvPr/>
        </p:nvSpPr>
        <p:spPr>
          <a:xfrm>
            <a:off x="8407311" y="5502434"/>
            <a:ext cx="240626" cy="0"/>
          </a:xfrm>
          <a:prstGeom prst="line">
            <a:avLst/>
          </a:prstGeom>
          <a:noFill/>
          <a:ln w="2159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66" name="Line 66"/>
          <p:cNvSpPr/>
          <p:nvPr/>
        </p:nvSpPr>
        <p:spPr>
          <a:xfrm>
            <a:off x="8407311" y="5611753"/>
            <a:ext cx="240626" cy="0"/>
          </a:xfrm>
          <a:prstGeom prst="line">
            <a:avLst/>
          </a:prstGeom>
          <a:noFill/>
          <a:ln w="2159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67" name="Ellipse 67"/>
          <p:cNvSpPr/>
          <p:nvPr/>
        </p:nvSpPr>
        <p:spPr>
          <a:xfrm>
            <a:off x="1742712" y="6107337"/>
            <a:ext cx="335417" cy="335248"/>
          </a:xfrm>
          <a:prstGeom prst="ellipse">
            <a:avLst/>
          </a:prstGeom>
          <a:noFill/>
          <a:ln w="3302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68" name="Rect 68"/>
          <p:cNvSpPr/>
          <p:nvPr/>
        </p:nvSpPr>
        <p:spPr>
          <a:xfrm>
            <a:off x="1859379" y="6449872"/>
            <a:ext cx="131250" cy="116608"/>
          </a:xfrm>
          <a:prstGeom prst="rect">
            <a:avLst/>
          </a:prstGeom>
          <a:noFill/>
          <a:ln w="2794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69" name="Line 69"/>
          <p:cNvSpPr/>
          <p:nvPr/>
        </p:nvSpPr>
        <p:spPr>
          <a:xfrm flipV="1">
            <a:off x="1910421" y="5925137"/>
            <a:ext cx="0" cy="102032"/>
          </a:xfrm>
          <a:prstGeom prst="line">
            <a:avLst/>
          </a:prstGeom>
          <a:noFill/>
          <a:ln w="2794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70" name="Line 70"/>
          <p:cNvSpPr/>
          <p:nvPr/>
        </p:nvSpPr>
        <p:spPr>
          <a:xfrm flipH="1" flipV="1">
            <a:off x="1626045" y="6070897"/>
            <a:ext cx="87500" cy="65592"/>
          </a:xfrm>
          <a:prstGeom prst="line">
            <a:avLst/>
          </a:prstGeom>
          <a:noFill/>
          <a:ln w="2794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71" name="Line 71"/>
          <p:cNvSpPr/>
          <p:nvPr/>
        </p:nvSpPr>
        <p:spPr>
          <a:xfrm flipV="1">
            <a:off x="2121880" y="6070897"/>
            <a:ext cx="87500" cy="65592"/>
          </a:xfrm>
          <a:prstGeom prst="line">
            <a:avLst/>
          </a:prstGeom>
          <a:noFill/>
          <a:ln w="2794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72" name="Line 72"/>
          <p:cNvSpPr/>
          <p:nvPr/>
        </p:nvSpPr>
        <p:spPr>
          <a:xfrm flipH="1">
            <a:off x="1589587" y="6304113"/>
            <a:ext cx="109375" cy="0"/>
          </a:xfrm>
          <a:prstGeom prst="line">
            <a:avLst/>
          </a:prstGeom>
          <a:noFill/>
          <a:ln w="2794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73" name="Line 73"/>
          <p:cNvSpPr/>
          <p:nvPr/>
        </p:nvSpPr>
        <p:spPr>
          <a:xfrm>
            <a:off x="2114588" y="6304113"/>
            <a:ext cx="116667" cy="0"/>
          </a:xfrm>
          <a:prstGeom prst="line">
            <a:avLst/>
          </a:prstGeom>
          <a:noFill/>
          <a:ln w="2794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74" name="Ellipse 74"/>
          <p:cNvSpPr/>
          <p:nvPr/>
        </p:nvSpPr>
        <p:spPr>
          <a:xfrm>
            <a:off x="4571886" y="1945894"/>
            <a:ext cx="328126" cy="327960"/>
          </a:xfrm>
          <a:prstGeom prst="ellipse">
            <a:avLst/>
          </a:prstGeom>
          <a:noFill/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75" name="Ellipse 75"/>
          <p:cNvSpPr/>
          <p:nvPr/>
        </p:nvSpPr>
        <p:spPr>
          <a:xfrm>
            <a:off x="4695844" y="4423811"/>
            <a:ext cx="306251" cy="306096"/>
          </a:xfrm>
          <a:prstGeom prst="ellipse">
            <a:avLst/>
          </a:prstGeom>
          <a:noFill/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76" name="Ellipse 76"/>
          <p:cNvSpPr/>
          <p:nvPr/>
        </p:nvSpPr>
        <p:spPr>
          <a:xfrm>
            <a:off x="4513552" y="5407690"/>
            <a:ext cx="277084" cy="276944"/>
          </a:xfrm>
          <a:prstGeom prst="ellipse">
            <a:avLst/>
          </a:prstGeom>
          <a:noFill/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77" name="Line 77"/>
          <p:cNvSpPr/>
          <p:nvPr/>
        </p:nvSpPr>
        <p:spPr>
          <a:xfrm>
            <a:off x="11200026" y="4584147"/>
            <a:ext cx="0" cy="386264"/>
          </a:xfrm>
          <a:prstGeom prst="line">
            <a:avLst/>
          </a:prstGeom>
          <a:noFill/>
          <a:ln w="1905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78" name="Line 78"/>
          <p:cNvSpPr/>
          <p:nvPr/>
        </p:nvSpPr>
        <p:spPr>
          <a:xfrm>
            <a:off x="11200026" y="4780922"/>
            <a:ext cx="211459" cy="0"/>
          </a:xfrm>
          <a:prstGeom prst="line">
            <a:avLst/>
          </a:prstGeom>
          <a:noFill/>
          <a:ln w="25400">
            <a:solidFill>
              <a:srgbClr val="F26313"/>
            </a:solidFill>
          </a:ln>
        </p:spPr>
        <p:txBody>
          <a:bodyPr/>
          <a:lstStyle/>
          <a:p/>
        </p:txBody>
      </p:sp>
      <p:sp>
        <p:nvSpPr>
          <p:cNvPr id="79" name="Ellipse 79"/>
          <p:cNvSpPr/>
          <p:nvPr/>
        </p:nvSpPr>
        <p:spPr>
          <a:xfrm>
            <a:off x="4695844" y="2069790"/>
            <a:ext cx="87500" cy="87456"/>
          </a:xfrm>
          <a:prstGeom prst="ellipse">
            <a:avLst/>
          </a:prstGeom>
          <a:noFill/>
          <a:ln w="254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80" name="Line 80"/>
          <p:cNvSpPr/>
          <p:nvPr/>
        </p:nvSpPr>
        <p:spPr>
          <a:xfrm>
            <a:off x="4903657" y="2109874"/>
            <a:ext cx="58333" cy="0"/>
          </a:xfrm>
          <a:prstGeom prst="line">
            <a:avLst/>
          </a:prstGeom>
          <a:noFill/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81" name="Line 81"/>
          <p:cNvSpPr/>
          <p:nvPr/>
        </p:nvSpPr>
        <p:spPr>
          <a:xfrm>
            <a:off x="4854803" y="2228668"/>
            <a:ext cx="40833" cy="40813"/>
          </a:xfrm>
          <a:prstGeom prst="line">
            <a:avLst/>
          </a:prstGeom>
          <a:noFill/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82" name="Line 82"/>
          <p:cNvSpPr/>
          <p:nvPr/>
        </p:nvSpPr>
        <p:spPr>
          <a:xfrm>
            <a:off x="4735949" y="2277497"/>
            <a:ext cx="0" cy="58304"/>
          </a:xfrm>
          <a:prstGeom prst="line">
            <a:avLst/>
          </a:prstGeom>
          <a:noFill/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83" name="Line 83"/>
          <p:cNvSpPr/>
          <p:nvPr/>
        </p:nvSpPr>
        <p:spPr>
          <a:xfrm flipH="1">
            <a:off x="4576261" y="2228668"/>
            <a:ext cx="40833" cy="40813"/>
          </a:xfrm>
          <a:prstGeom prst="line">
            <a:avLst/>
          </a:prstGeom>
          <a:noFill/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84" name="Line 84"/>
          <p:cNvSpPr/>
          <p:nvPr/>
        </p:nvSpPr>
        <p:spPr>
          <a:xfrm flipH="1">
            <a:off x="4509906" y="2109874"/>
            <a:ext cx="58333" cy="0"/>
          </a:xfrm>
          <a:prstGeom prst="line">
            <a:avLst/>
          </a:prstGeom>
          <a:noFill/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85" name="Line 85"/>
          <p:cNvSpPr/>
          <p:nvPr/>
        </p:nvSpPr>
        <p:spPr>
          <a:xfrm flipH="1" flipV="1">
            <a:off x="4576261" y="1950267"/>
            <a:ext cx="40833" cy="40813"/>
          </a:xfrm>
          <a:prstGeom prst="line">
            <a:avLst/>
          </a:prstGeom>
          <a:noFill/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86" name="Line 86"/>
          <p:cNvSpPr/>
          <p:nvPr/>
        </p:nvSpPr>
        <p:spPr>
          <a:xfrm flipV="1">
            <a:off x="4735949" y="1883946"/>
            <a:ext cx="0" cy="58304"/>
          </a:xfrm>
          <a:prstGeom prst="line">
            <a:avLst/>
          </a:prstGeom>
          <a:noFill/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87" name="Line 87"/>
          <p:cNvSpPr/>
          <p:nvPr/>
        </p:nvSpPr>
        <p:spPr>
          <a:xfrm flipV="1">
            <a:off x="4854803" y="1950267"/>
            <a:ext cx="40833" cy="40813"/>
          </a:xfrm>
          <a:prstGeom prst="line">
            <a:avLst/>
          </a:prstGeom>
          <a:noFill/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88" name="Line 88"/>
          <p:cNvSpPr/>
          <p:nvPr/>
        </p:nvSpPr>
        <p:spPr>
          <a:xfrm flipV="1">
            <a:off x="3069799" y="1202519"/>
            <a:ext cx="6679182" cy="87456"/>
          </a:xfrm>
          <a:prstGeom prst="line">
            <a:avLst/>
          </a:prstGeom>
          <a:noFill/>
          <a:ln w="3810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89" name="Line 89"/>
          <p:cNvSpPr/>
          <p:nvPr/>
        </p:nvSpPr>
        <p:spPr>
          <a:xfrm flipV="1">
            <a:off x="3762509" y="1151503"/>
            <a:ext cx="5629180" cy="131184"/>
          </a:xfrm>
          <a:prstGeom prst="line">
            <a:avLst/>
          </a:prstGeom>
          <a:noFill/>
          <a:ln w="2667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90" name="Line 90"/>
          <p:cNvSpPr/>
          <p:nvPr/>
        </p:nvSpPr>
        <p:spPr>
          <a:xfrm flipV="1">
            <a:off x="3594800" y="1202519"/>
            <a:ext cx="3055215" cy="116608"/>
          </a:xfrm>
          <a:prstGeom prst="line">
            <a:avLst/>
          </a:prstGeom>
          <a:noFill/>
          <a:ln w="2032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91" name="Line 91"/>
          <p:cNvSpPr/>
          <p:nvPr/>
        </p:nvSpPr>
        <p:spPr>
          <a:xfrm>
            <a:off x="2683340" y="838119"/>
            <a:ext cx="94792" cy="43728"/>
          </a:xfrm>
          <a:prstGeom prst="line">
            <a:avLst/>
          </a:prstGeom>
          <a:noFill/>
          <a:ln w="3175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92" name="Line 92"/>
          <p:cNvSpPr/>
          <p:nvPr/>
        </p:nvSpPr>
        <p:spPr>
          <a:xfrm>
            <a:off x="2603131" y="969303"/>
            <a:ext cx="175000" cy="29152"/>
          </a:xfrm>
          <a:prstGeom prst="line">
            <a:avLst/>
          </a:prstGeom>
          <a:noFill/>
          <a:ln w="3175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93" name="Line 93"/>
          <p:cNvSpPr/>
          <p:nvPr/>
        </p:nvSpPr>
        <p:spPr>
          <a:xfrm flipV="1">
            <a:off x="9975023" y="262368"/>
            <a:ext cx="58333" cy="160336"/>
          </a:xfrm>
          <a:prstGeom prst="line">
            <a:avLst/>
          </a:prstGeom>
          <a:noFill/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94" name="Line 94"/>
          <p:cNvSpPr/>
          <p:nvPr/>
        </p:nvSpPr>
        <p:spPr>
          <a:xfrm flipV="1">
            <a:off x="10062524" y="451855"/>
            <a:ext cx="145834" cy="109320"/>
          </a:xfrm>
          <a:prstGeom prst="line">
            <a:avLst/>
          </a:prstGeom>
          <a:noFill/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95" name="Line 95"/>
          <p:cNvSpPr/>
          <p:nvPr/>
        </p:nvSpPr>
        <p:spPr>
          <a:xfrm>
            <a:off x="9982315" y="699647"/>
            <a:ext cx="175000" cy="58304"/>
          </a:xfrm>
          <a:prstGeom prst="line">
            <a:avLst/>
          </a:prstGeom>
          <a:noFill/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96" name="Line 96"/>
          <p:cNvSpPr/>
          <p:nvPr/>
        </p:nvSpPr>
        <p:spPr>
          <a:xfrm>
            <a:off x="1028127" y="1843862"/>
            <a:ext cx="109375" cy="102032"/>
          </a:xfrm>
          <a:prstGeom prst="line">
            <a:avLst/>
          </a:prstGeom>
          <a:noFill/>
          <a:ln w="2794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97" name="Line 97"/>
          <p:cNvSpPr/>
          <p:nvPr/>
        </p:nvSpPr>
        <p:spPr>
          <a:xfrm>
            <a:off x="1035419" y="1945894"/>
            <a:ext cx="102084" cy="0"/>
          </a:xfrm>
          <a:prstGeom prst="line">
            <a:avLst/>
          </a:prstGeom>
          <a:noFill/>
          <a:ln w="2794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98" name="Line 98"/>
          <p:cNvSpPr/>
          <p:nvPr/>
        </p:nvSpPr>
        <p:spPr>
          <a:xfrm>
            <a:off x="918752" y="2004198"/>
            <a:ext cx="153125" cy="0"/>
          </a:xfrm>
          <a:prstGeom prst="line">
            <a:avLst/>
          </a:prstGeom>
          <a:noFill/>
          <a:ln w="2540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99" name="Line 99"/>
          <p:cNvSpPr/>
          <p:nvPr/>
        </p:nvSpPr>
        <p:spPr>
          <a:xfrm>
            <a:off x="918752" y="2098942"/>
            <a:ext cx="175000" cy="0"/>
          </a:xfrm>
          <a:prstGeom prst="line">
            <a:avLst/>
          </a:prstGeom>
          <a:noFill/>
          <a:ln w="2540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100" name="Line 100"/>
          <p:cNvSpPr/>
          <p:nvPr/>
        </p:nvSpPr>
        <p:spPr>
          <a:xfrm>
            <a:off x="1487503" y="4853802"/>
            <a:ext cx="977086" cy="0"/>
          </a:xfrm>
          <a:prstGeom prst="line">
            <a:avLst/>
          </a:prstGeom>
          <a:noFill/>
          <a:ln w="25400">
            <a:solidFill>
              <a:srgbClr val="526EA3"/>
            </a:solidFill>
          </a:ln>
        </p:spPr>
        <p:txBody>
          <a:bodyPr/>
          <a:lstStyle/>
          <a:p/>
        </p:txBody>
      </p:sp>
      <p:sp>
        <p:nvSpPr>
          <p:cNvPr id="101" name="Line 101"/>
          <p:cNvSpPr/>
          <p:nvPr/>
        </p:nvSpPr>
        <p:spPr>
          <a:xfrm>
            <a:off x="8822937" y="1676238"/>
            <a:ext cx="94792" cy="94744"/>
          </a:xfrm>
          <a:prstGeom prst="line">
            <a:avLst/>
          </a:prstGeom>
          <a:noFill/>
          <a:ln w="2413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102" name="Line 102"/>
          <p:cNvSpPr/>
          <p:nvPr/>
        </p:nvSpPr>
        <p:spPr>
          <a:xfrm>
            <a:off x="8822937" y="1770982"/>
            <a:ext cx="87500" cy="0"/>
          </a:xfrm>
          <a:prstGeom prst="line">
            <a:avLst/>
          </a:prstGeom>
          <a:noFill/>
          <a:ln w="2413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103" name="Line 103"/>
          <p:cNvSpPr/>
          <p:nvPr/>
        </p:nvSpPr>
        <p:spPr>
          <a:xfrm>
            <a:off x="8728145" y="1843862"/>
            <a:ext cx="123959" cy="0"/>
          </a:xfrm>
          <a:prstGeom prst="line">
            <a:avLst/>
          </a:prstGeom>
          <a:noFill/>
          <a:ln w="2286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104" name="Line 104"/>
          <p:cNvSpPr/>
          <p:nvPr/>
        </p:nvSpPr>
        <p:spPr>
          <a:xfrm>
            <a:off x="8728145" y="1924030"/>
            <a:ext cx="145834" cy="0"/>
          </a:xfrm>
          <a:prstGeom prst="line">
            <a:avLst/>
          </a:prstGeom>
          <a:noFill/>
          <a:ln w="2286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105" name="Line 105"/>
          <p:cNvSpPr/>
          <p:nvPr/>
        </p:nvSpPr>
        <p:spPr>
          <a:xfrm>
            <a:off x="8640645" y="3520100"/>
            <a:ext cx="0" cy="291520"/>
          </a:xfrm>
          <a:prstGeom prst="line">
            <a:avLst/>
          </a:prstGeom>
          <a:noFill/>
          <a:ln w="25400">
            <a:solidFill>
              <a:srgbClr val="F26313"/>
            </a:solidFill>
          </a:ln>
        </p:spPr>
        <p:txBody>
          <a:bodyPr/>
          <a:lstStyle/>
          <a:p/>
        </p:txBody>
      </p:sp>
      <p:sp>
        <p:nvSpPr>
          <p:cNvPr id="106" name="Line 106"/>
          <p:cNvSpPr/>
          <p:nvPr/>
        </p:nvSpPr>
        <p:spPr>
          <a:xfrm>
            <a:off x="8509395" y="3607556"/>
            <a:ext cx="262501" cy="0"/>
          </a:xfrm>
          <a:prstGeom prst="line">
            <a:avLst/>
          </a:prstGeom>
          <a:noFill/>
          <a:ln w="25400">
            <a:solidFill>
              <a:srgbClr val="F26313"/>
            </a:solidFill>
          </a:ln>
        </p:spPr>
        <p:txBody>
          <a:bodyPr/>
          <a:lstStyle/>
          <a:p/>
        </p:txBody>
      </p:sp>
      <p:sp>
        <p:nvSpPr>
          <p:cNvPr id="107" name="Line 107"/>
          <p:cNvSpPr/>
          <p:nvPr/>
        </p:nvSpPr>
        <p:spPr>
          <a:xfrm>
            <a:off x="8509395" y="3716876"/>
            <a:ext cx="262501" cy="0"/>
          </a:xfrm>
          <a:prstGeom prst="line">
            <a:avLst/>
          </a:prstGeom>
          <a:noFill/>
          <a:ln w="25400">
            <a:solidFill>
              <a:srgbClr val="F26313"/>
            </a:solidFill>
          </a:ln>
        </p:spPr>
        <p:txBody>
          <a:bodyPr/>
          <a:lstStyle/>
          <a:p/>
        </p:txBody>
      </p:sp>
      <p:sp>
        <p:nvSpPr>
          <p:cNvPr id="108" name="Line 108"/>
          <p:cNvSpPr/>
          <p:nvPr/>
        </p:nvSpPr>
        <p:spPr>
          <a:xfrm>
            <a:off x="8567728" y="3541964"/>
            <a:ext cx="153125" cy="247792"/>
          </a:xfrm>
          <a:prstGeom prst="line">
            <a:avLst/>
          </a:prstGeom>
          <a:noFill/>
          <a:ln w="20320">
            <a:solidFill>
              <a:srgbClr val="F26313"/>
            </a:solidFill>
          </a:ln>
        </p:spPr>
        <p:txBody>
          <a:bodyPr/>
          <a:lstStyle/>
          <a:p/>
        </p:txBody>
      </p:sp>
      <p:sp>
        <p:nvSpPr>
          <p:cNvPr id="109" name="Line 109"/>
          <p:cNvSpPr/>
          <p:nvPr/>
        </p:nvSpPr>
        <p:spPr>
          <a:xfrm flipH="1">
            <a:off x="8567728" y="3541964"/>
            <a:ext cx="153125" cy="247792"/>
          </a:xfrm>
          <a:prstGeom prst="line">
            <a:avLst/>
          </a:prstGeom>
          <a:noFill/>
          <a:ln w="20320">
            <a:solidFill>
              <a:srgbClr val="F26313"/>
            </a:solidFill>
          </a:ln>
        </p:spPr>
        <p:txBody>
          <a:bodyPr/>
          <a:lstStyle/>
          <a:p/>
        </p:txBody>
      </p:sp>
      <p:sp>
        <p:nvSpPr>
          <p:cNvPr id="110" name="Line 110"/>
          <p:cNvSpPr/>
          <p:nvPr/>
        </p:nvSpPr>
        <p:spPr>
          <a:xfrm>
            <a:off x="4710428" y="4467539"/>
            <a:ext cx="0" cy="131184"/>
          </a:xfrm>
          <a:prstGeom prst="line">
            <a:avLst/>
          </a:prstGeom>
          <a:noFill/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111" name="Line 111"/>
          <p:cNvSpPr/>
          <p:nvPr/>
        </p:nvSpPr>
        <p:spPr>
          <a:xfrm>
            <a:off x="4710428" y="4467539"/>
            <a:ext cx="123959" cy="0"/>
          </a:xfrm>
          <a:prstGeom prst="line">
            <a:avLst/>
          </a:prstGeom>
          <a:noFill/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112" name="Line 112"/>
          <p:cNvSpPr/>
          <p:nvPr/>
        </p:nvSpPr>
        <p:spPr>
          <a:xfrm>
            <a:off x="4528136" y="5458706"/>
            <a:ext cx="0" cy="116608"/>
          </a:xfrm>
          <a:prstGeom prst="line">
            <a:avLst/>
          </a:prstGeom>
          <a:noFill/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113" name="Line 113"/>
          <p:cNvSpPr/>
          <p:nvPr/>
        </p:nvSpPr>
        <p:spPr>
          <a:xfrm>
            <a:off x="4528136" y="5458706"/>
            <a:ext cx="116667" cy="0"/>
          </a:xfrm>
          <a:prstGeom prst="line">
            <a:avLst/>
          </a:prstGeom>
          <a:noFill/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114" name="Line 114"/>
          <p:cNvSpPr/>
          <p:nvPr/>
        </p:nvSpPr>
        <p:spPr>
          <a:xfrm>
            <a:off x="853127" y="3439932"/>
            <a:ext cx="29167" cy="43728"/>
          </a:xfrm>
          <a:prstGeom prst="line">
            <a:avLst/>
          </a:prstGeom>
          <a:noFill/>
          <a:ln w="2540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115" name="Line 115"/>
          <p:cNvSpPr/>
          <p:nvPr/>
        </p:nvSpPr>
        <p:spPr>
          <a:xfrm flipV="1">
            <a:off x="882294" y="3403492"/>
            <a:ext cx="51042" cy="80168"/>
          </a:xfrm>
          <a:prstGeom prst="line">
            <a:avLst/>
          </a:prstGeom>
          <a:noFill/>
          <a:ln w="2540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116" name="Line 116"/>
          <p:cNvSpPr/>
          <p:nvPr/>
        </p:nvSpPr>
        <p:spPr>
          <a:xfrm>
            <a:off x="853127" y="3709588"/>
            <a:ext cx="29167" cy="43728"/>
          </a:xfrm>
          <a:prstGeom prst="line">
            <a:avLst/>
          </a:prstGeom>
          <a:noFill/>
          <a:ln w="2540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117" name="Line 117"/>
          <p:cNvSpPr/>
          <p:nvPr/>
        </p:nvSpPr>
        <p:spPr>
          <a:xfrm flipV="1">
            <a:off x="882294" y="3673148"/>
            <a:ext cx="51042" cy="80168"/>
          </a:xfrm>
          <a:prstGeom prst="line">
            <a:avLst/>
          </a:prstGeom>
          <a:noFill/>
          <a:ln w="2540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118" name="Line 118"/>
          <p:cNvSpPr/>
          <p:nvPr/>
        </p:nvSpPr>
        <p:spPr>
          <a:xfrm>
            <a:off x="853127" y="3986531"/>
            <a:ext cx="29167" cy="43728"/>
          </a:xfrm>
          <a:prstGeom prst="line">
            <a:avLst/>
          </a:prstGeom>
          <a:noFill/>
          <a:ln w="2540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119" name="Line 119"/>
          <p:cNvSpPr/>
          <p:nvPr/>
        </p:nvSpPr>
        <p:spPr>
          <a:xfrm flipV="1">
            <a:off x="882294" y="3950091"/>
            <a:ext cx="51042" cy="80168"/>
          </a:xfrm>
          <a:prstGeom prst="line">
            <a:avLst/>
          </a:prstGeom>
          <a:noFill/>
          <a:ln w="2540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120" name="Line 120"/>
          <p:cNvSpPr/>
          <p:nvPr/>
        </p:nvSpPr>
        <p:spPr>
          <a:xfrm flipV="1">
            <a:off x="3529175" y="3133836"/>
            <a:ext cx="780210" cy="14576"/>
          </a:xfrm>
          <a:prstGeom prst="line">
            <a:avLst/>
          </a:prstGeom>
          <a:noFill/>
          <a:ln w="3810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121" name="Line 121"/>
          <p:cNvSpPr/>
          <p:nvPr/>
        </p:nvSpPr>
        <p:spPr>
          <a:xfrm flipH="1">
            <a:off x="4197093" y="3133836"/>
            <a:ext cx="112292" cy="67778"/>
          </a:xfrm>
          <a:prstGeom prst="line">
            <a:avLst/>
          </a:prstGeom>
          <a:noFill/>
          <a:ln w="3810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122" name="Line 122"/>
          <p:cNvSpPr/>
          <p:nvPr/>
        </p:nvSpPr>
        <p:spPr>
          <a:xfrm flipH="1" flipV="1">
            <a:off x="4194176" y="3070431"/>
            <a:ext cx="115209" cy="63406"/>
          </a:xfrm>
          <a:prstGeom prst="line">
            <a:avLst/>
          </a:prstGeom>
          <a:noFill/>
          <a:ln w="3810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123" name="Line 123"/>
          <p:cNvSpPr/>
          <p:nvPr/>
        </p:nvSpPr>
        <p:spPr>
          <a:xfrm flipV="1">
            <a:off x="7226059" y="2448765"/>
            <a:ext cx="1144794" cy="255080"/>
          </a:xfrm>
          <a:prstGeom prst="line">
            <a:avLst/>
          </a:prstGeom>
          <a:noFill/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124" name="Line 124"/>
          <p:cNvSpPr/>
          <p:nvPr/>
        </p:nvSpPr>
        <p:spPr>
          <a:xfrm flipH="1">
            <a:off x="8273874" y="2448765"/>
            <a:ext cx="96979" cy="88913"/>
          </a:xfrm>
          <a:prstGeom prst="line">
            <a:avLst/>
          </a:prstGeom>
          <a:noFill/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125" name="Line 125"/>
          <p:cNvSpPr/>
          <p:nvPr/>
        </p:nvSpPr>
        <p:spPr>
          <a:xfrm flipH="1" flipV="1">
            <a:off x="8245436" y="2409410"/>
            <a:ext cx="125417" cy="39355"/>
          </a:xfrm>
          <a:prstGeom prst="line">
            <a:avLst/>
          </a:prstGeom>
          <a:noFill/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126" name="Line 126"/>
          <p:cNvSpPr/>
          <p:nvPr/>
        </p:nvSpPr>
        <p:spPr>
          <a:xfrm>
            <a:off x="7226059" y="3797044"/>
            <a:ext cx="1006252" cy="196776"/>
          </a:xfrm>
          <a:prstGeom prst="line">
            <a:avLst/>
          </a:prstGeom>
          <a:noFill/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127" name="Line 127"/>
          <p:cNvSpPr/>
          <p:nvPr/>
        </p:nvSpPr>
        <p:spPr>
          <a:xfrm flipH="1">
            <a:off x="8108352" y="3993819"/>
            <a:ext cx="123959" cy="42270"/>
          </a:xfrm>
          <a:prstGeom prst="line">
            <a:avLst/>
          </a:prstGeom>
          <a:noFill/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128" name="Line 128"/>
          <p:cNvSpPr/>
          <p:nvPr/>
        </p:nvSpPr>
        <p:spPr>
          <a:xfrm flipH="1" flipV="1">
            <a:off x="8133144" y="3907821"/>
            <a:ext cx="99167" cy="85998"/>
          </a:xfrm>
          <a:prstGeom prst="line">
            <a:avLst/>
          </a:prstGeom>
          <a:noFill/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129" name="Line 129"/>
          <p:cNvSpPr/>
          <p:nvPr/>
        </p:nvSpPr>
        <p:spPr>
          <a:xfrm>
            <a:off x="2734381" y="386264"/>
            <a:ext cx="94792" cy="174912"/>
          </a:xfrm>
          <a:prstGeom prst="line">
            <a:avLst/>
          </a:prstGeom>
          <a:noFill/>
          <a:ln w="3810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130" name="Line 130"/>
          <p:cNvSpPr/>
          <p:nvPr/>
        </p:nvSpPr>
        <p:spPr>
          <a:xfrm flipH="1">
            <a:off x="2734381" y="561175"/>
            <a:ext cx="94792" cy="174912"/>
          </a:xfrm>
          <a:prstGeom prst="line">
            <a:avLst/>
          </a:prstGeom>
          <a:noFill/>
          <a:ln w="3810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131" name="Line 131"/>
          <p:cNvSpPr/>
          <p:nvPr/>
        </p:nvSpPr>
        <p:spPr>
          <a:xfrm flipH="1" flipV="1">
            <a:off x="2639590" y="561175"/>
            <a:ext cx="94792" cy="174912"/>
          </a:xfrm>
          <a:prstGeom prst="line">
            <a:avLst/>
          </a:prstGeom>
          <a:noFill/>
          <a:ln w="3810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132" name="Line 132"/>
          <p:cNvSpPr/>
          <p:nvPr/>
        </p:nvSpPr>
        <p:spPr>
          <a:xfrm flipV="1">
            <a:off x="2639590" y="386264"/>
            <a:ext cx="94792" cy="174912"/>
          </a:xfrm>
          <a:prstGeom prst="line">
            <a:avLst/>
          </a:prstGeom>
          <a:noFill/>
          <a:ln w="3810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133" name="TextBox 133"/>
          <p:cNvSpPr txBox="1"/>
          <p:nvPr/>
        </p:nvSpPr>
        <p:spPr>
          <a:xfrm>
            <a:off x="1370837" y="1924030"/>
            <a:ext cx="1822921" cy="24779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650">
                <a:solidFill>
                  <a:srgbClr val="071747"/>
                </a:solidFill>
                <a:latin typeface="STHeiti"/>
                <a:ea typeface="STHeiti"/>
                <a:cs typeface="STHeiti"/>
              </a:rPr>
              <a:t>macOS LaunchAgent</a:t>
            </a:r>
            <a:endParaRPr lang="zh-CN" sz="1650"/>
          </a:p>
        </p:txBody>
      </p:sp>
      <p:sp>
        <p:nvSpPr>
          <p:cNvPr id="134" name="TextBox 134"/>
          <p:cNvSpPr txBox="1"/>
          <p:nvPr/>
        </p:nvSpPr>
        <p:spPr>
          <a:xfrm>
            <a:off x="823960" y="2412325"/>
            <a:ext cx="2391672" cy="24050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80">
                <a:solidFill>
                  <a:srgbClr val="1152C4"/>
                </a:solidFill>
                <a:latin typeface="STHeiti"/>
                <a:ea typeface="STHeiti"/>
                <a:cs typeface="STHeiti"/>
              </a:rPr>
              <a:t>~/Library/LaunchAgents/</a:t>
            </a:r>
            <a:endParaRPr lang="zh-CN" sz="1480"/>
          </a:p>
        </p:txBody>
      </p:sp>
      <p:sp>
        <p:nvSpPr>
          <p:cNvPr id="135" name="TextBox 135"/>
          <p:cNvSpPr txBox="1"/>
          <p:nvPr/>
        </p:nvSpPr>
        <p:spPr>
          <a:xfrm>
            <a:off x="831252" y="2660117"/>
            <a:ext cx="2406256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50">
                <a:solidFill>
                  <a:srgbClr val="1152C4"/>
                </a:solidFill>
                <a:latin typeface="STHeiti"/>
                <a:ea typeface="STHeiti"/>
                <a:cs typeface="STHeiti"/>
              </a:rPr>
              <a:t>com.user.codex-discord-bridge.plist</a:t>
            </a:r>
            <a:endParaRPr lang="zh-CN" sz="1250"/>
          </a:p>
        </p:txBody>
      </p:sp>
      <p:sp>
        <p:nvSpPr>
          <p:cNvPr id="136" name="TextBox 136"/>
          <p:cNvSpPr txBox="1"/>
          <p:nvPr/>
        </p:nvSpPr>
        <p:spPr>
          <a:xfrm>
            <a:off x="831252" y="3090108"/>
            <a:ext cx="597918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550">
                <a:solidFill>
                  <a:srgbClr val="1456CA"/>
                </a:solidFill>
                <a:latin typeface="STHeiti"/>
                <a:ea typeface="STHeiti"/>
                <a:cs typeface="STHeiti"/>
              </a:rPr>
              <a:t>作用:</a:t>
            </a:r>
            <a:endParaRPr lang="zh-CN" sz="1550"/>
          </a:p>
        </p:txBody>
      </p:sp>
      <p:sp>
        <p:nvSpPr>
          <p:cNvPr id="137" name="TextBox 137"/>
          <p:cNvSpPr txBox="1"/>
          <p:nvPr/>
        </p:nvSpPr>
        <p:spPr>
          <a:xfrm>
            <a:off x="1057294" y="3323324"/>
            <a:ext cx="2041671" cy="21135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20">
                <a:solidFill>
                  <a:srgbClr val="071747"/>
                </a:solidFill>
                <a:latin typeface="STHeiti"/>
                <a:ea typeface="STHeiti"/>
                <a:cs typeface="STHeiti"/>
              </a:rPr>
              <a:t>登录后自动启动</a:t>
            </a:r>
            <a:endParaRPr lang="zh-CN" sz="1320"/>
          </a:p>
        </p:txBody>
      </p:sp>
      <p:sp>
        <p:nvSpPr>
          <p:cNvPr id="138" name="TextBox 138"/>
          <p:cNvSpPr txBox="1"/>
          <p:nvPr/>
        </p:nvSpPr>
        <p:spPr>
          <a:xfrm>
            <a:off x="1057294" y="3592980"/>
            <a:ext cx="2041671" cy="21135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20">
                <a:solidFill>
                  <a:srgbClr val="071747"/>
                </a:solidFill>
                <a:latin typeface="STHeiti"/>
                <a:ea typeface="STHeiti"/>
                <a:cs typeface="STHeiti"/>
              </a:rPr>
              <a:t>保持 service-run 常驻运行</a:t>
            </a:r>
            <a:endParaRPr lang="zh-CN" sz="1320"/>
          </a:p>
        </p:txBody>
      </p:sp>
      <p:sp>
        <p:nvSpPr>
          <p:cNvPr id="139" name="TextBox 139"/>
          <p:cNvSpPr txBox="1"/>
          <p:nvPr/>
        </p:nvSpPr>
        <p:spPr>
          <a:xfrm>
            <a:off x="1057294" y="3869923"/>
            <a:ext cx="2041671" cy="21135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20">
                <a:solidFill>
                  <a:srgbClr val="071747"/>
                </a:solidFill>
                <a:latin typeface="STHeiti"/>
                <a:ea typeface="STHeiti"/>
                <a:cs typeface="STHeiti"/>
              </a:rPr>
              <a:t>异常退出时自动重启</a:t>
            </a:r>
            <a:endParaRPr lang="zh-CN" sz="1320"/>
          </a:p>
        </p:txBody>
      </p:sp>
      <p:sp>
        <p:nvSpPr>
          <p:cNvPr id="140" name="TextBox 140"/>
          <p:cNvSpPr txBox="1"/>
          <p:nvPr/>
        </p:nvSpPr>
        <p:spPr>
          <a:xfrm>
            <a:off x="1903129" y="4518555"/>
            <a:ext cx="218751" cy="24779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800">
                <a:solidFill>
                  <a:srgbClr val="526EA3"/>
                </a:solidFill>
                <a:latin typeface="STHeiti"/>
                <a:ea typeface="STHeiti"/>
                <a:cs typeface="STHeiti"/>
              </a:rPr>
              <a:t></a:t>
            </a:r>
            <a:endParaRPr lang="zh-CN" sz="1800"/>
          </a:p>
        </p:txBody>
      </p:sp>
      <p:sp>
        <p:nvSpPr>
          <p:cNvPr id="141" name="TextBox 141"/>
          <p:cNvSpPr txBox="1"/>
          <p:nvPr/>
        </p:nvSpPr>
        <p:spPr>
          <a:xfrm>
            <a:off x="5075012" y="2062502"/>
            <a:ext cx="1895838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550">
                <a:solidFill>
                  <a:srgbClr val="246B26"/>
                </a:solidFill>
                <a:latin typeface="STHeiti"/>
                <a:ea typeface="STHeiti"/>
                <a:cs typeface="STHeiti"/>
              </a:rPr>
              <a:t>service-run（守护进程）</a:t>
            </a:r>
            <a:endParaRPr lang="zh-CN" sz="1550"/>
          </a:p>
        </p:txBody>
      </p:sp>
      <p:sp>
        <p:nvSpPr>
          <p:cNvPr id="142" name="TextBox 142"/>
          <p:cNvSpPr txBox="1"/>
          <p:nvPr/>
        </p:nvSpPr>
        <p:spPr>
          <a:xfrm>
            <a:off x="4695844" y="2623677"/>
            <a:ext cx="2260422" cy="26236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800">
                <a:solidFill>
                  <a:srgbClr val="246B26"/>
                </a:solidFill>
                <a:latin typeface="STHeiti"/>
                <a:ea typeface="STHeiti"/>
                <a:cs typeface="STHeiti"/>
              </a:rPr>
              <a:t>codex-discord-bridge</a:t>
            </a:r>
            <a:endParaRPr lang="zh-CN" sz="1800"/>
          </a:p>
        </p:txBody>
      </p:sp>
      <p:sp>
        <p:nvSpPr>
          <p:cNvPr id="143" name="TextBox 143"/>
          <p:cNvSpPr txBox="1"/>
          <p:nvPr/>
        </p:nvSpPr>
        <p:spPr>
          <a:xfrm>
            <a:off x="4819803" y="3119260"/>
            <a:ext cx="2041671" cy="22592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70">
                <a:solidFill>
                  <a:srgbClr val="071747"/>
                </a:solidFill>
                <a:latin typeface="STHeiti"/>
                <a:ea typeface="STHeiti"/>
                <a:cs typeface="STHeiti"/>
              </a:rPr>
              <a:t>连接 Discord 网关</a:t>
            </a:r>
            <a:endParaRPr lang="zh-CN" sz="1370"/>
          </a:p>
        </p:txBody>
      </p:sp>
      <p:sp>
        <p:nvSpPr>
          <p:cNvPr id="144" name="TextBox 144"/>
          <p:cNvSpPr txBox="1"/>
          <p:nvPr/>
        </p:nvSpPr>
        <p:spPr>
          <a:xfrm>
            <a:off x="4819803" y="3396204"/>
            <a:ext cx="2041671" cy="22592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70">
                <a:solidFill>
                  <a:srgbClr val="071747"/>
                </a:solidFill>
                <a:latin typeface="STHeiti"/>
                <a:ea typeface="STHeiti"/>
                <a:cs typeface="STHeiti"/>
              </a:rPr>
              <a:t>管理任务队列</a:t>
            </a:r>
            <a:endParaRPr lang="zh-CN" sz="1370"/>
          </a:p>
        </p:txBody>
      </p:sp>
      <p:sp>
        <p:nvSpPr>
          <p:cNvPr id="145" name="TextBox 145"/>
          <p:cNvSpPr txBox="1"/>
          <p:nvPr/>
        </p:nvSpPr>
        <p:spPr>
          <a:xfrm>
            <a:off x="4819803" y="3673148"/>
            <a:ext cx="2041671" cy="22592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70">
                <a:solidFill>
                  <a:srgbClr val="071747"/>
                </a:solidFill>
                <a:latin typeface="STHeiti"/>
                <a:ea typeface="STHeiti"/>
                <a:cs typeface="STHeiti"/>
              </a:rPr>
              <a:t>调度本机 Codex 执行</a:t>
            </a:r>
            <a:endParaRPr lang="zh-CN" sz="1370"/>
          </a:p>
        </p:txBody>
      </p:sp>
      <p:sp>
        <p:nvSpPr>
          <p:cNvPr id="146" name="TextBox 146"/>
          <p:cNvSpPr txBox="1"/>
          <p:nvPr/>
        </p:nvSpPr>
        <p:spPr>
          <a:xfrm>
            <a:off x="4819803" y="3950091"/>
            <a:ext cx="2041671" cy="22592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70">
                <a:solidFill>
                  <a:srgbClr val="071747"/>
                </a:solidFill>
                <a:latin typeface="STHeiti"/>
                <a:ea typeface="STHeiti"/>
                <a:cs typeface="STHeiti"/>
              </a:rPr>
              <a:t>回传结果与文件</a:t>
            </a:r>
            <a:endParaRPr lang="zh-CN" sz="1370"/>
          </a:p>
        </p:txBody>
      </p:sp>
      <p:sp>
        <p:nvSpPr>
          <p:cNvPr id="147" name="TextBox 147"/>
          <p:cNvSpPr txBox="1"/>
          <p:nvPr/>
        </p:nvSpPr>
        <p:spPr>
          <a:xfrm>
            <a:off x="5118762" y="4511267"/>
            <a:ext cx="1822921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80">
                <a:solidFill>
                  <a:srgbClr val="246B26"/>
                </a:solidFill>
                <a:latin typeface="STHeiti"/>
                <a:ea typeface="STHeiti"/>
                <a:cs typeface="STHeiti"/>
              </a:rPr>
              <a:t>异常自动重启（崩溃/退出）</a:t>
            </a:r>
            <a:endParaRPr lang="zh-CN" sz="1380"/>
          </a:p>
        </p:txBody>
      </p:sp>
      <p:sp>
        <p:nvSpPr>
          <p:cNvPr id="148" name="TextBox 148"/>
          <p:cNvSpPr txBox="1"/>
          <p:nvPr/>
        </p:nvSpPr>
        <p:spPr>
          <a:xfrm>
            <a:off x="9136480" y="1719966"/>
            <a:ext cx="875002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620">
                <a:solidFill>
                  <a:srgbClr val="246B26"/>
                </a:solidFill>
                <a:latin typeface="STHeiti"/>
                <a:ea typeface="STHeiti"/>
                <a:cs typeface="STHeiti"/>
              </a:rPr>
              <a:t>日志文件</a:t>
            </a:r>
            <a:endParaRPr lang="zh-CN" sz="1620"/>
          </a:p>
        </p:txBody>
      </p:sp>
      <p:sp>
        <p:nvSpPr>
          <p:cNvPr id="149" name="TextBox 149"/>
          <p:cNvSpPr txBox="1"/>
          <p:nvPr/>
        </p:nvSpPr>
        <p:spPr>
          <a:xfrm>
            <a:off x="8735437" y="2120806"/>
            <a:ext cx="1735421" cy="22592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30">
                <a:solidFill>
                  <a:srgbClr val="246B26"/>
                </a:solidFill>
                <a:latin typeface="STHeiti"/>
                <a:ea typeface="STHeiti"/>
                <a:cs typeface="STHeiti"/>
              </a:rPr>
              <a:t>~/Library/Logs/</a:t>
            </a:r>
            <a:endParaRPr lang="zh-CN" sz="1430"/>
          </a:p>
        </p:txBody>
      </p:sp>
      <p:sp>
        <p:nvSpPr>
          <p:cNvPr id="150" name="TextBox 150"/>
          <p:cNvSpPr txBox="1"/>
          <p:nvPr/>
        </p:nvSpPr>
        <p:spPr>
          <a:xfrm>
            <a:off x="8735437" y="2354021"/>
            <a:ext cx="2129172" cy="21135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20">
                <a:solidFill>
                  <a:srgbClr val="246B26"/>
                </a:solidFill>
                <a:latin typeface="STHeiti"/>
                <a:ea typeface="STHeiti"/>
                <a:cs typeface="STHeiti"/>
              </a:rPr>
              <a:t>codex-discord-bridge.log</a:t>
            </a:r>
            <a:endParaRPr lang="zh-CN" sz="1320"/>
          </a:p>
        </p:txBody>
      </p:sp>
      <p:sp>
        <p:nvSpPr>
          <p:cNvPr id="151" name="TextBox 151"/>
          <p:cNvSpPr txBox="1"/>
          <p:nvPr/>
        </p:nvSpPr>
        <p:spPr>
          <a:xfrm>
            <a:off x="8822937" y="2616389"/>
            <a:ext cx="2114588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10">
                <a:solidFill>
                  <a:srgbClr val="071747"/>
                </a:solidFill>
                <a:latin typeface="STHeiti"/>
                <a:ea typeface="STHeiti"/>
                <a:cs typeface="STHeiti"/>
              </a:rPr>
              <a:t>记录请求、响应、错误与回传</a:t>
            </a:r>
            <a:endParaRPr lang="zh-CN" sz="1310"/>
          </a:p>
        </p:txBody>
      </p:sp>
      <p:sp>
        <p:nvSpPr>
          <p:cNvPr id="152" name="TextBox 152"/>
          <p:cNvSpPr txBox="1"/>
          <p:nvPr/>
        </p:nvSpPr>
        <p:spPr>
          <a:xfrm>
            <a:off x="8822937" y="2893333"/>
            <a:ext cx="2114588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10">
                <a:solidFill>
                  <a:srgbClr val="071747"/>
                </a:solidFill>
                <a:latin typeface="STHeiti"/>
                <a:ea typeface="STHeiti"/>
                <a:cs typeface="STHeiti"/>
              </a:rPr>
              <a:t>便于排查问题</a:t>
            </a:r>
            <a:endParaRPr lang="zh-CN" sz="1310"/>
          </a:p>
        </p:txBody>
      </p:sp>
      <p:sp>
        <p:nvSpPr>
          <p:cNvPr id="153" name="TextBox 153"/>
          <p:cNvSpPr txBox="1"/>
          <p:nvPr/>
        </p:nvSpPr>
        <p:spPr>
          <a:xfrm>
            <a:off x="8925021" y="3549252"/>
            <a:ext cx="1677087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00">
                <a:solidFill>
                  <a:srgbClr val="F26313"/>
                </a:solidFill>
                <a:latin typeface="STHeiti"/>
                <a:ea typeface="STHeiti"/>
                <a:cs typeface="STHeiti"/>
              </a:rPr>
              <a:t>Web 面板（本机）</a:t>
            </a:r>
            <a:endParaRPr lang="zh-CN" sz="1700"/>
          </a:p>
        </p:txBody>
      </p:sp>
      <p:sp>
        <p:nvSpPr>
          <p:cNvPr id="154" name="TextBox 154"/>
          <p:cNvSpPr txBox="1"/>
          <p:nvPr/>
        </p:nvSpPr>
        <p:spPr>
          <a:xfrm>
            <a:off x="8604187" y="3942803"/>
            <a:ext cx="1604170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20">
                <a:solidFill>
                  <a:srgbClr val="F26313"/>
                </a:solidFill>
                <a:latin typeface="STHeiti"/>
                <a:ea typeface="STHeiti"/>
                <a:cs typeface="STHeiti"/>
              </a:rPr>
              <a:t>http://127.0.0.1:8787</a:t>
            </a:r>
            <a:endParaRPr lang="zh-CN" sz="1320"/>
          </a:p>
        </p:txBody>
      </p:sp>
      <p:sp>
        <p:nvSpPr>
          <p:cNvPr id="155" name="TextBox 155"/>
          <p:cNvSpPr txBox="1"/>
          <p:nvPr/>
        </p:nvSpPr>
        <p:spPr>
          <a:xfrm>
            <a:off x="8655229" y="4278051"/>
            <a:ext cx="1677087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071747"/>
                </a:solidFill>
                <a:latin typeface="STHeiti"/>
                <a:ea typeface="STHeiti"/>
                <a:cs typeface="STHeiti"/>
              </a:rPr>
              <a:t>查看连接状态</a:t>
            </a:r>
            <a:endParaRPr lang="zh-CN" sz="1300"/>
          </a:p>
        </p:txBody>
      </p:sp>
      <p:sp>
        <p:nvSpPr>
          <p:cNvPr id="156" name="TextBox 156"/>
          <p:cNvSpPr txBox="1"/>
          <p:nvPr/>
        </p:nvSpPr>
        <p:spPr>
          <a:xfrm>
            <a:off x="8655229" y="4489403"/>
            <a:ext cx="1677087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071747"/>
                </a:solidFill>
                <a:latin typeface="STHeiti"/>
                <a:ea typeface="STHeiti"/>
                <a:cs typeface="STHeiti"/>
              </a:rPr>
              <a:t>任务与队列状态</a:t>
            </a:r>
            <a:endParaRPr lang="zh-CN" sz="1300"/>
          </a:p>
        </p:txBody>
      </p:sp>
      <p:sp>
        <p:nvSpPr>
          <p:cNvPr id="157" name="TextBox 157"/>
          <p:cNvSpPr txBox="1"/>
          <p:nvPr/>
        </p:nvSpPr>
        <p:spPr>
          <a:xfrm>
            <a:off x="8655229" y="4766346"/>
            <a:ext cx="1677087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071747"/>
                </a:solidFill>
                <a:latin typeface="STHeiti"/>
                <a:ea typeface="STHeiti"/>
                <a:cs typeface="STHeiti"/>
              </a:rPr>
              <a:t>最近日志与统计信息</a:t>
            </a:r>
            <a:endParaRPr lang="zh-CN" sz="1300"/>
          </a:p>
        </p:txBody>
      </p:sp>
      <p:sp>
        <p:nvSpPr>
          <p:cNvPr id="158" name="TextBox 158"/>
          <p:cNvSpPr txBox="1"/>
          <p:nvPr/>
        </p:nvSpPr>
        <p:spPr>
          <a:xfrm>
            <a:off x="3711467" y="2856893"/>
            <a:ext cx="473959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50">
                <a:solidFill>
                  <a:srgbClr val="071747"/>
                </a:solidFill>
                <a:latin typeface="STHeiti"/>
                <a:ea typeface="STHeiti"/>
                <a:cs typeface="STHeiti"/>
              </a:rPr>
              <a:t>启动</a:t>
            </a:r>
            <a:endParaRPr lang="zh-CN" sz="1450"/>
          </a:p>
        </p:txBody>
      </p:sp>
      <p:sp>
        <p:nvSpPr>
          <p:cNvPr id="159" name="TextBox 159"/>
          <p:cNvSpPr txBox="1"/>
          <p:nvPr/>
        </p:nvSpPr>
        <p:spPr>
          <a:xfrm>
            <a:off x="7495851" y="2273853"/>
            <a:ext cx="729168" cy="24779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50">
                <a:solidFill>
                  <a:srgbClr val="071747"/>
                </a:solidFill>
                <a:latin typeface="STHeiti"/>
                <a:ea typeface="STHeiti"/>
                <a:cs typeface="STHeiti"/>
              </a:rPr>
              <a:t>写入日志</a:t>
            </a:r>
            <a:endParaRPr lang="zh-CN" sz="1450"/>
          </a:p>
        </p:txBody>
      </p:sp>
      <p:sp>
        <p:nvSpPr>
          <p:cNvPr id="160" name="TextBox 160"/>
          <p:cNvSpPr txBox="1"/>
          <p:nvPr/>
        </p:nvSpPr>
        <p:spPr>
          <a:xfrm>
            <a:off x="7401059" y="3563828"/>
            <a:ext cx="743752" cy="24779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50">
                <a:solidFill>
                  <a:srgbClr val="071747"/>
                </a:solidFill>
                <a:latin typeface="STHeiti"/>
                <a:ea typeface="STHeiti"/>
                <a:cs typeface="STHeiti"/>
              </a:rPr>
              <a:t>提供界面</a:t>
            </a:r>
            <a:endParaRPr lang="zh-CN" sz="1450"/>
          </a:p>
        </p:txBody>
      </p:sp>
      <p:sp>
        <p:nvSpPr>
          <p:cNvPr id="161" name="TextBox 161"/>
          <p:cNvSpPr txBox="1"/>
          <p:nvPr/>
        </p:nvSpPr>
        <p:spPr>
          <a:xfrm>
            <a:off x="2989590" y="5465994"/>
            <a:ext cx="962502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30">
                <a:solidFill>
                  <a:srgbClr val="071747"/>
                </a:solidFill>
                <a:latin typeface="STHeiti"/>
                <a:ea typeface="STHeiti"/>
                <a:cs typeface="STHeiti"/>
              </a:rPr>
              <a:t>登录后启动</a:t>
            </a:r>
            <a:endParaRPr lang="zh-CN" sz="1730"/>
          </a:p>
        </p:txBody>
      </p:sp>
      <p:sp>
        <p:nvSpPr>
          <p:cNvPr id="162" name="TextBox 162"/>
          <p:cNvSpPr txBox="1"/>
          <p:nvPr/>
        </p:nvSpPr>
        <p:spPr>
          <a:xfrm>
            <a:off x="4914595" y="5465994"/>
            <a:ext cx="1239586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00">
                <a:solidFill>
                  <a:srgbClr val="246B26"/>
                </a:solidFill>
                <a:latin typeface="STHeiti"/>
                <a:ea typeface="STHeiti"/>
                <a:cs typeface="STHeiti"/>
              </a:rPr>
              <a:t>异常自动重启</a:t>
            </a:r>
            <a:endParaRPr lang="zh-CN" sz="1700"/>
          </a:p>
        </p:txBody>
      </p:sp>
      <p:sp>
        <p:nvSpPr>
          <p:cNvPr id="163" name="TextBox 163"/>
          <p:cNvSpPr txBox="1"/>
          <p:nvPr/>
        </p:nvSpPr>
        <p:spPr>
          <a:xfrm>
            <a:off x="7116683" y="5465994"/>
            <a:ext cx="729168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00">
                <a:solidFill>
                  <a:srgbClr val="F26313"/>
                </a:solidFill>
                <a:latin typeface="STHeiti"/>
                <a:ea typeface="STHeiti"/>
                <a:cs typeface="STHeiti"/>
              </a:rPr>
              <a:t>日志排查</a:t>
            </a:r>
            <a:endParaRPr lang="zh-CN" sz="1700"/>
          </a:p>
        </p:txBody>
      </p:sp>
      <p:sp>
        <p:nvSpPr>
          <p:cNvPr id="164" name="TextBox 164"/>
          <p:cNvSpPr txBox="1"/>
          <p:nvPr/>
        </p:nvSpPr>
        <p:spPr>
          <a:xfrm>
            <a:off x="8786479" y="5465994"/>
            <a:ext cx="860419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00">
                <a:solidFill>
                  <a:srgbClr val="071747"/>
                </a:solidFill>
                <a:latin typeface="STHeiti"/>
                <a:ea typeface="STHeiti"/>
                <a:cs typeface="STHeiti"/>
              </a:rPr>
              <a:t>Web 面板</a:t>
            </a:r>
            <a:endParaRPr lang="zh-CN" sz="1700"/>
          </a:p>
        </p:txBody>
      </p:sp>
      <p:sp>
        <p:nvSpPr>
          <p:cNvPr id="165" name="TextBox 165"/>
          <p:cNvSpPr txBox="1"/>
          <p:nvPr/>
        </p:nvSpPr>
        <p:spPr>
          <a:xfrm>
            <a:off x="3368758" y="400840"/>
            <a:ext cx="5687513" cy="685071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4000">
                <a:solidFill>
                  <a:srgbClr val="071747"/>
                </a:solidFill>
                <a:latin typeface="STHeiti"/>
                <a:ea typeface="STHeiti"/>
                <a:cs typeface="STHeiti"/>
              </a:rPr>
              <a:t>macOS 服务与可靠性</a:t>
            </a:r>
            <a:endParaRPr lang="zh-CN" sz="4000"/>
          </a:p>
        </p:txBody>
      </p:sp>
      <p:sp>
        <p:nvSpPr>
          <p:cNvPr id="166" name="TextBox 166"/>
          <p:cNvSpPr txBox="1"/>
          <p:nvPr/>
        </p:nvSpPr>
        <p:spPr>
          <a:xfrm>
            <a:off x="2318755" y="6165641"/>
            <a:ext cx="7656268" cy="3644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200">
                <a:solidFill>
                  <a:srgbClr val="145BE8"/>
                </a:solidFill>
                <a:latin typeface="STHeiti"/>
                <a:ea typeface="STHeiti"/>
                <a:cs typeface="STHeiti"/>
              </a:rPr>
              <a:t>服务层</a:t>
            </a:r>
            <a:r>
              <a:rPr lang="zh-CN" sz="2200">
                <a:solidFill>
                  <a:srgbClr val="071747"/>
                </a:solidFill>
                <a:latin typeface="STHeiti"/>
                <a:ea typeface="STHeiti"/>
                <a:cs typeface="STHeiti"/>
              </a:rPr>
              <a:t>负责常驻运行与可靠性，</a:t>
            </a:r>
            <a:r>
              <a:rPr lang="zh-CN" sz="2200">
                <a:solidFill>
                  <a:srgbClr val="F26313"/>
                </a:solidFill>
                <a:latin typeface="STHeiti"/>
                <a:ea typeface="STHeiti"/>
                <a:cs typeface="STHeiti"/>
              </a:rPr>
              <a:t>Codex 层</a:t>
            </a:r>
            <a:r>
              <a:rPr lang="zh-CN" sz="2200">
                <a:solidFill>
                  <a:srgbClr val="071747"/>
                </a:solidFill>
                <a:latin typeface="STHeiti"/>
                <a:ea typeface="STHeiti"/>
                <a:cs typeface="STHeiti"/>
              </a:rPr>
              <a:t>负责理解任务并</a:t>
            </a:r>
            <a:r>
              <a:rPr lang="zh-CN" sz="2200">
                <a:solidFill>
                  <a:srgbClr val="F26313"/>
                </a:solidFill>
                <a:latin typeface="STHeiti"/>
                <a:ea typeface="STHeiti"/>
                <a:cs typeface="STHeiti"/>
              </a:rPr>
              <a:t>完成执行。</a:t>
            </a:r>
            <a:endParaRPr lang="zh-CN"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