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 flipV="1">
            <a:off x="4141676" y="976591"/>
            <a:ext cx="3820842" cy="1457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350001" y="4292627"/>
            <a:ext cx="11200026" cy="0"/>
          </a:xfrm>
          <a:prstGeom prst="line">
            <a:avLst/>
          </a:prstGeom>
          <a:noFill/>
          <a:ln w="25400">
            <a:solidFill>
              <a:srgbClr val="8FB9FF"/>
            </a:solidFill>
            <a:prstDash val="dash"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57293" y="1902166"/>
            <a:ext cx="816669" cy="932863"/>
          </a:xfrm>
          <a:prstGeom prst="roundRect">
            <a:avLst>
              <a:gd name="adj" fmla="val 16071"/>
            </a:avLst>
          </a:prstGeom>
          <a:solidFill>
            <a:srgbClr val="FAFBFF"/>
          </a:solidFill>
          <a:ln w="25400">
            <a:solidFill>
              <a:srgbClr val="071443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917713" y="2055214"/>
            <a:ext cx="1064586" cy="787103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2794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71876" y="3046380"/>
            <a:ext cx="2617714" cy="481007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529175" y="1676238"/>
            <a:ext cx="2209380" cy="198233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9050">
            <a:solidFill>
              <a:srgbClr val="6F7788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6321890" y="1668950"/>
            <a:ext cx="2180213" cy="198962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6F7788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9063563" y="1668950"/>
            <a:ext cx="2493756" cy="2055214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9050">
            <a:solidFill>
              <a:srgbClr val="6F7788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73959" y="4955834"/>
            <a:ext cx="6744807" cy="386264"/>
          </a:xfrm>
          <a:prstGeom prst="roundRect">
            <a:avLst>
              <a:gd name="adj" fmla="val 15094"/>
            </a:avLst>
          </a:prstGeom>
          <a:solidFill>
            <a:srgbClr val="FBFFF9"/>
          </a:solidFill>
          <a:ln w="2159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73959" y="5436842"/>
            <a:ext cx="6744807" cy="386264"/>
          </a:xfrm>
          <a:prstGeom prst="roundRect">
            <a:avLst>
              <a:gd name="adj" fmla="val 15094"/>
            </a:avLst>
          </a:prstGeom>
          <a:solidFill>
            <a:srgbClr val="FAFCFF"/>
          </a:solidFill>
          <a:ln w="2159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73959" y="5932425"/>
            <a:ext cx="6744807" cy="626767"/>
          </a:xfrm>
          <a:prstGeom prst="roundRect">
            <a:avLst>
              <a:gd name="adj" fmla="val 9302"/>
            </a:avLst>
          </a:prstGeom>
          <a:solidFill>
            <a:srgbClr val="FFFDF8"/>
          </a:solidFill>
          <a:ln w="2159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7729185" y="4584147"/>
            <a:ext cx="3981259" cy="2062502"/>
          </a:xfrm>
          <a:prstGeom prst="roundRect">
            <a:avLst>
              <a:gd name="adj" fmla="val 7774"/>
            </a:avLst>
          </a:prstGeom>
          <a:solidFill>
            <a:srgbClr val="FFFFFA"/>
          </a:solidFill>
          <a:ln w="279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954171" y="1865726"/>
            <a:ext cx="408334" cy="211352"/>
          </a:xfrm>
          <a:prstGeom prst="rect">
            <a:avLst/>
          </a:prstGeom>
          <a:solidFill>
            <a:srgbClr val="EAF3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915634" y="2135382"/>
            <a:ext cx="1698962" cy="568463"/>
          </a:xfrm>
          <a:prstGeom prst="roundRect">
            <a:avLst>
              <a:gd name="adj" fmla="val 12821"/>
            </a:avLst>
          </a:prstGeom>
          <a:solidFill>
            <a:srgbClr val="F8FFF8"/>
          </a:solidFill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3922926" y="2856893"/>
            <a:ext cx="1684379" cy="524735"/>
          </a:xfrm>
          <a:prstGeom prst="roundRect">
            <a:avLst>
              <a:gd name="adj" fmla="val 12500"/>
            </a:avLst>
          </a:prstGeom>
          <a:solidFill>
            <a:srgbClr val="F8FFF8"/>
          </a:solidFill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420855" y="2026062"/>
            <a:ext cx="1917713" cy="488295"/>
          </a:xfrm>
          <a:prstGeom prst="roundRect">
            <a:avLst>
              <a:gd name="adj" fmla="val 14925"/>
            </a:avLst>
          </a:prstGeom>
          <a:solidFill>
            <a:srgbClr val="F8FBFF"/>
          </a:solidFill>
          <a:ln w="1778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9420855" y="2558085"/>
            <a:ext cx="1917713" cy="349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9D4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9420855" y="2915197"/>
            <a:ext cx="1917713" cy="349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9D4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9420855" y="3272308"/>
            <a:ext cx="1917713" cy="349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9D4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623967" y="225928"/>
            <a:ext cx="0" cy="298808"/>
          </a:xfrm>
          <a:prstGeom prst="line">
            <a:avLst/>
          </a:prstGeom>
          <a:noFill/>
          <a:ln w="3556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3478133" y="378976"/>
            <a:ext cx="298959" cy="0"/>
          </a:xfrm>
          <a:prstGeom prst="line">
            <a:avLst/>
          </a:prstGeom>
          <a:noFill/>
          <a:ln w="3556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529175" y="284232"/>
            <a:ext cx="189584" cy="189488"/>
          </a:xfrm>
          <a:prstGeom prst="line">
            <a:avLst/>
          </a:prstGeom>
          <a:noFill/>
          <a:ln w="3048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H="1">
            <a:off x="3529175" y="284232"/>
            <a:ext cx="189584" cy="189488"/>
          </a:xfrm>
          <a:prstGeom prst="line">
            <a:avLst/>
          </a:prstGeom>
          <a:noFill/>
          <a:ln w="3048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565633" y="670495"/>
            <a:ext cx="160417" cy="29152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572925" y="765239"/>
            <a:ext cx="145834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8006269" y="218640"/>
            <a:ext cx="102084" cy="138472"/>
          </a:xfrm>
          <a:prstGeom prst="line">
            <a:avLst/>
          </a:prstGeom>
          <a:noFill/>
          <a:ln w="381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V="1">
            <a:off x="8232311" y="364400"/>
            <a:ext cx="116667" cy="80168"/>
          </a:xfrm>
          <a:prstGeom prst="line">
            <a:avLst/>
          </a:prstGeom>
          <a:noFill/>
          <a:ln w="381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8173977" y="590327"/>
            <a:ext cx="131250" cy="94744"/>
          </a:xfrm>
          <a:prstGeom prst="line">
            <a:avLst/>
          </a:prstGeom>
          <a:noFill/>
          <a:ln w="381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459376" y="2033350"/>
            <a:ext cx="597918" cy="597615"/>
          </a:xfrm>
          <a:prstGeom prst="ellipse">
            <a:avLst/>
          </a:prstGeom>
          <a:solidFill>
            <a:srgbClr val="5169F5"/>
          </a:solidFill>
          <a:ln w="1905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2333339" y="1967758"/>
            <a:ext cx="510418" cy="0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3667717" y="1778270"/>
            <a:ext cx="284376" cy="284232"/>
          </a:xfrm>
          <a:prstGeom prst="ellipse">
            <a:avLst/>
          </a:prstGeom>
          <a:solidFill>
            <a:srgbClr val="4D68F5"/>
          </a:solidFill>
          <a:ln w="1524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4025009" y="2951637"/>
            <a:ext cx="269792" cy="342536"/>
          </a:xfrm>
          <a:prstGeom prst="rect">
            <a:avLst/>
          </a:prstGeom>
          <a:solidFill>
            <a:srgbClr val="F8FFF8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6438557" y="1792846"/>
            <a:ext cx="255209" cy="255080"/>
          </a:xfrm>
          <a:prstGeom prst="ellipse">
            <a:avLst/>
          </a:prstGeom>
          <a:solidFill>
            <a:srgbClr val="1E6D29"/>
          </a:solidFill>
          <a:ln w="152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7204184" y="1836574"/>
            <a:ext cx="277084" cy="182200"/>
          </a:xfrm>
          <a:prstGeom prst="roundRect">
            <a:avLst>
              <a:gd name="adj" fmla="val 28000"/>
            </a:avLst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6642724" y="2405037"/>
            <a:ext cx="1720837" cy="0"/>
          </a:xfrm>
          <a:prstGeom prst="line">
            <a:avLst/>
          </a:prstGeom>
          <a:noFill/>
          <a:ln w="17780">
            <a:solidFill>
              <a:srgbClr val="C7CBD2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7422934" y="2594525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7422934" y="2886045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422934" y="3177564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7422934" y="3469084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9202105" y="1778270"/>
            <a:ext cx="262501" cy="262368"/>
          </a:xfrm>
          <a:prstGeom prst="ellipse">
            <a:avLst/>
          </a:prstGeom>
          <a:solidFill>
            <a:srgbClr val="4D68F5"/>
          </a:solidFill>
          <a:ln w="1524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9975023" y="1829286"/>
            <a:ext cx="291667" cy="174912"/>
          </a:xfrm>
          <a:prstGeom prst="roundRect">
            <a:avLst>
              <a:gd name="adj" fmla="val 29167"/>
            </a:avLst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9515647" y="2645541"/>
            <a:ext cx="160417" cy="211352"/>
          </a:xfrm>
          <a:prstGeom prst="rect">
            <a:avLst/>
          </a:prstGeom>
          <a:solidFill>
            <a:srgbClr val="F8FBFF"/>
          </a:solidFill>
          <a:ln w="1905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9515647" y="2995365"/>
            <a:ext cx="160417" cy="211352"/>
          </a:xfrm>
          <a:prstGeom prst="rect">
            <a:avLst/>
          </a:prstGeom>
          <a:solidFill>
            <a:srgbClr val="F8FBFF"/>
          </a:solidFill>
          <a:ln w="1905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9515647" y="3345188"/>
            <a:ext cx="175000" cy="211352"/>
          </a:xfrm>
          <a:prstGeom prst="rect">
            <a:avLst/>
          </a:prstGeom>
          <a:solidFill>
            <a:srgbClr val="F8FFF8"/>
          </a:solidFill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597918" y="4598723"/>
            <a:ext cx="51042" cy="174912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510418" y="4671603"/>
            <a:ext cx="175000" cy="0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554168" y="4576859"/>
            <a:ext cx="109375" cy="211352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554168" y="4576859"/>
            <a:ext cx="116667" cy="211352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67710" y="4853802"/>
            <a:ext cx="1173961" cy="1457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612501" y="5050578"/>
            <a:ext cx="218751" cy="218640"/>
          </a:xfrm>
          <a:prstGeom prst="roundRect">
            <a:avLst>
              <a:gd name="adj" fmla="val 13333"/>
            </a:avLst>
          </a:prstGeom>
          <a:solidFill>
            <a:srgbClr val="FBFFF9"/>
          </a:solidFill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597918" y="5531586"/>
            <a:ext cx="277084" cy="204064"/>
          </a:xfrm>
          <a:prstGeom prst="rect">
            <a:avLst/>
          </a:prstGeom>
          <a:solidFill>
            <a:srgbClr val="EFF6FF"/>
          </a:solidFill>
          <a:ln w="2286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V="1">
            <a:off x="597918" y="5451418"/>
            <a:ext cx="109375" cy="80168"/>
          </a:xfrm>
          <a:prstGeom prst="line">
            <a:avLst/>
          </a:prstGeom>
          <a:noFill/>
          <a:ln w="2286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707293" y="5451418"/>
            <a:ext cx="175000" cy="0"/>
          </a:xfrm>
          <a:prstGeom prst="line">
            <a:avLst/>
          </a:prstGeom>
          <a:noFill/>
          <a:ln w="2286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597918" y="6034457"/>
            <a:ext cx="269792" cy="269656"/>
          </a:xfrm>
          <a:prstGeom prst="roundRect">
            <a:avLst>
              <a:gd name="adj" fmla="val 13514"/>
            </a:avLst>
          </a:prstGeom>
          <a:solidFill>
            <a:srgbClr val="FFF8F0"/>
          </a:solidFill>
          <a:ln w="2286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8939604" y="4766346"/>
            <a:ext cx="247917" cy="320672"/>
          </a:xfrm>
          <a:prstGeom prst="ellipse">
            <a:avLst/>
          </a:prstGeom>
          <a:noFill/>
          <a:ln w="279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V="1">
            <a:off x="9063563" y="4642451"/>
            <a:ext cx="0" cy="87456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H="1" flipV="1">
            <a:off x="8793771" y="4773634"/>
            <a:ext cx="102084" cy="51016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9209397" y="4773634"/>
            <a:ext cx="94792" cy="51016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8997938" y="5094306"/>
            <a:ext cx="138542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9019813" y="5145322"/>
            <a:ext cx="94792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9420855" y="5079730"/>
            <a:ext cx="787502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7940644" y="6136489"/>
            <a:ext cx="87500" cy="87456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7933352" y="6253097"/>
            <a:ext cx="94792" cy="43728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8166686" y="6034457"/>
            <a:ext cx="422918" cy="422704"/>
          </a:xfrm>
          <a:prstGeom prst="ellipse">
            <a:avLst/>
          </a:prstGeom>
          <a:solidFill>
            <a:srgbClr val="526AF6"/>
          </a:solidFill>
          <a:ln w="1905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8677104" y="6231233"/>
            <a:ext cx="466668" cy="0"/>
          </a:xfrm>
          <a:prstGeom prst="line">
            <a:avLst/>
          </a:prstGeom>
          <a:noFill/>
          <a:ln w="25400">
            <a:solidFill>
              <a:srgbClr val="1E6D29"/>
            </a:solidFill>
            <a:prstDash val="dash"/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8684395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8684395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H="1" flipV="1">
            <a:off x="9056271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9056271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9282313" y="5954289"/>
            <a:ext cx="751043" cy="451855"/>
          </a:xfrm>
          <a:prstGeom prst="rect">
            <a:avLst/>
          </a:prstGeom>
          <a:solidFill>
            <a:srgbClr val="F7FFF7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9187522" y="6457160"/>
            <a:ext cx="947919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9289605" y="6406145"/>
            <a:ext cx="743752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10252107" y="6231233"/>
            <a:ext cx="452084" cy="0"/>
          </a:xfrm>
          <a:prstGeom prst="line">
            <a:avLst/>
          </a:prstGeom>
          <a:noFill/>
          <a:ln w="25400">
            <a:solidFill>
              <a:srgbClr val="1E6D29"/>
            </a:solidFill>
            <a:prstDash val="dash"/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V="1">
            <a:off x="10252107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0252107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 flipV="1">
            <a:off x="10616692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H="1">
            <a:off x="10616692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9" name="Roundrect 79"/>
          <p:cNvSpPr/>
          <p:nvPr/>
        </p:nvSpPr>
        <p:spPr>
          <a:xfrm>
            <a:off x="10791692" y="6107337"/>
            <a:ext cx="568751" cy="313384"/>
          </a:xfrm>
          <a:prstGeom prst="roundRect">
            <a:avLst>
              <a:gd name="adj" fmla="val 11628"/>
            </a:avLst>
          </a:prstGeom>
          <a:solidFill>
            <a:srgbClr val="F1FAE9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V="1">
            <a:off x="11440652" y="5983441"/>
            <a:ext cx="94792" cy="102032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 flipV="1">
            <a:off x="11528152" y="6216657"/>
            <a:ext cx="138542" cy="7288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1057294" y="1166079"/>
            <a:ext cx="1494795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4032301" y="1166079"/>
            <a:ext cx="1414587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6897933" y="1166079"/>
            <a:ext cx="1414587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9763565" y="1166079"/>
            <a:ext cx="1414587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605210" y="2259277"/>
            <a:ext cx="291667" cy="21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576043" y="2200973"/>
            <a:ext cx="87500" cy="14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831252" y="2200973"/>
            <a:ext cx="87500" cy="14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1246878" y="2346733"/>
            <a:ext cx="473959" cy="0"/>
          </a:xfrm>
          <a:prstGeom prst="line">
            <a:avLst/>
          </a:prstGeom>
          <a:noFill/>
          <a:ln w="30480">
            <a:solidFill>
              <a:srgbClr val="1C5ACB"/>
            </a:solidFill>
            <a:prstDash val="dash"/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1254170" y="2259277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1254170" y="2346733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H="1" flipV="1">
            <a:off x="1633337" y="2259277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H="1">
            <a:off x="1633337" y="2346733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3747925" y="1880302"/>
            <a:ext cx="131250" cy="94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3726050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3857301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4076051" y="3046380"/>
            <a:ext cx="153125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4076051" y="3141124"/>
            <a:ext cx="153125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4076051" y="3235868"/>
            <a:ext cx="109375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6518765" y="1865726"/>
            <a:ext cx="102084" cy="102032"/>
          </a:xfrm>
          <a:prstGeom prst="rect">
            <a:avLst/>
          </a:prstGeom>
          <a:noFill/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V="1">
            <a:off x="6518765" y="1829286"/>
            <a:ext cx="51042" cy="36440"/>
          </a:xfrm>
          <a:prstGeom prst="lin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 flipV="1">
            <a:off x="6569807" y="1829286"/>
            <a:ext cx="51042" cy="36440"/>
          </a:xfrm>
          <a:prstGeom prst="lin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6569807" y="1829286"/>
            <a:ext cx="0" cy="102032"/>
          </a:xfrm>
          <a:prstGeom prst="lin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6445848" y="2521645"/>
            <a:ext cx="138542" cy="138472"/>
          </a:xfrm>
          <a:prstGeom prst="ellipse">
            <a:avLst/>
          </a:prstGeom>
          <a:solidFill>
            <a:srgbClr val="1E6D29"/>
          </a:solidFill>
          <a:ln w="127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7422934" y="2594525"/>
            <a:ext cx="656252" cy="0"/>
          </a:xfrm>
          <a:prstGeom prst="line">
            <a:avLst/>
          </a:prstGeom>
          <a:noFill/>
          <a:ln w="635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6445848" y="2813165"/>
            <a:ext cx="138542" cy="138472"/>
          </a:xfrm>
          <a:prstGeom prst="ellipse">
            <a:avLst/>
          </a:prstGeom>
          <a:solidFill>
            <a:srgbClr val="1E6D29"/>
          </a:solidFill>
          <a:ln w="127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7422934" y="2886045"/>
            <a:ext cx="641668" cy="0"/>
          </a:xfrm>
          <a:prstGeom prst="line">
            <a:avLst/>
          </a:prstGeom>
          <a:noFill/>
          <a:ln w="635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6453140" y="3104684"/>
            <a:ext cx="123959" cy="123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7422934" y="3177564"/>
            <a:ext cx="371876" cy="0"/>
          </a:xfrm>
          <a:prstGeom prst="line">
            <a:avLst/>
          </a:prstGeom>
          <a:noFill/>
          <a:ln w="6350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6453140" y="3396204"/>
            <a:ext cx="123959" cy="123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A95A3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7422934" y="3469084"/>
            <a:ext cx="226042" cy="0"/>
          </a:xfrm>
          <a:prstGeom prst="line">
            <a:avLst/>
          </a:prstGeom>
          <a:noFill/>
          <a:ln w="63500">
            <a:solidFill>
              <a:srgbClr val="8A95A3"/>
            </a:solidFill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9275022" y="1880302"/>
            <a:ext cx="131250" cy="94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9253147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9384397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10186482" y="2098942"/>
            <a:ext cx="131250" cy="131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9566689" y="2703845"/>
            <a:ext cx="72917" cy="0"/>
          </a:xfrm>
          <a:prstGeom prst="line">
            <a:avLst/>
          </a:prstGeom>
          <a:noFill/>
          <a:ln w="1524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9566689" y="2762149"/>
            <a:ext cx="80209" cy="0"/>
          </a:xfrm>
          <a:prstGeom prst="line">
            <a:avLst/>
          </a:prstGeom>
          <a:noFill/>
          <a:ln w="1524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9552106" y="3381628"/>
            <a:ext cx="43750" cy="43728"/>
          </a:xfrm>
          <a:prstGeom prst="ellipse">
            <a:avLst/>
          </a:prstGeom>
          <a:noFill/>
          <a:ln w="152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9537522" y="3454508"/>
            <a:ext cx="58333" cy="72880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9595856" y="3454508"/>
            <a:ext cx="65625" cy="87456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670835" y="5152610"/>
            <a:ext cx="51042" cy="58304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721877" y="5094306"/>
            <a:ext cx="65625" cy="116608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663543" y="6100049"/>
            <a:ext cx="51042" cy="51016"/>
          </a:xfrm>
          <a:prstGeom prst="ellipse">
            <a:avLst/>
          </a:prstGeom>
          <a:noFill/>
          <a:ln w="1778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627085" y="6180217"/>
            <a:ext cx="80209" cy="80168"/>
          </a:xfrm>
          <a:prstGeom prst="line">
            <a:avLst/>
          </a:prstGeom>
          <a:noFill/>
          <a:ln w="2032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707293" y="6180217"/>
            <a:ext cx="109375" cy="116608"/>
          </a:xfrm>
          <a:prstGeom prst="line">
            <a:avLst/>
          </a:prstGeom>
          <a:noFill/>
          <a:ln w="2032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8290644" y="6202081"/>
            <a:ext cx="182292" cy="138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8254186" y="6151065"/>
            <a:ext cx="58333" cy="102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8451061" y="6151065"/>
            <a:ext cx="58333" cy="102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9552106" y="6092761"/>
            <a:ext cx="247917" cy="247792"/>
          </a:xfrm>
          <a:prstGeom prst="rect">
            <a:avLst/>
          </a:prstGeom>
          <a:noFill/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V="1">
            <a:off x="9552106" y="6005305"/>
            <a:ext cx="123959" cy="87456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H="1" flipV="1">
            <a:off x="9676064" y="6005305"/>
            <a:ext cx="123959" cy="87456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9676064" y="6005305"/>
            <a:ext cx="0" cy="240504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10806275" y="6034457"/>
            <a:ext cx="269792" cy="116608"/>
          </a:xfrm>
          <a:prstGeom prst="rect">
            <a:avLst/>
          </a:prstGeom>
          <a:solidFill>
            <a:srgbClr val="F1FAE9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670835" y="2317581"/>
            <a:ext cx="51042" cy="51016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787502" y="2317581"/>
            <a:ext cx="51042" cy="51016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6482307" y="2594525"/>
            <a:ext cx="29167" cy="3644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V="1">
            <a:off x="6511474" y="2558085"/>
            <a:ext cx="51042" cy="7288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6482307" y="2886045"/>
            <a:ext cx="29167" cy="3644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V="1">
            <a:off x="6511474" y="2849605"/>
            <a:ext cx="51042" cy="7288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10222941" y="2164533"/>
            <a:ext cx="29167" cy="3644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V="1">
            <a:off x="10252107" y="2120806"/>
            <a:ext cx="51042" cy="80168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8042727" y="4511267"/>
            <a:ext cx="131250" cy="204064"/>
          </a:xfrm>
          <a:prstGeom prst="rect">
            <a:avLst/>
          </a:prstGeom>
          <a:solidFill>
            <a:srgbClr val="E8F6E5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8057311" y="4693467"/>
            <a:ext cx="51042" cy="240504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8348978" y="6245809"/>
            <a:ext cx="36458" cy="36440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8421895" y="6245809"/>
            <a:ext cx="36458" cy="36440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816669" y="1122351"/>
            <a:ext cx="408334" cy="408128"/>
          </a:xfrm>
          <a:prstGeom prst="ellipse">
            <a:avLst/>
          </a:prstGeom>
          <a:solidFill>
            <a:srgbClr val="1C5ACB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3791676" y="1122351"/>
            <a:ext cx="408334" cy="408128"/>
          </a:xfrm>
          <a:prstGeom prst="ellipse">
            <a:avLst/>
          </a:prstGeom>
          <a:solidFill>
            <a:srgbClr val="1E6D29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6657307" y="1122351"/>
            <a:ext cx="408334" cy="408128"/>
          </a:xfrm>
          <a:prstGeom prst="ellipse">
            <a:avLst/>
          </a:prstGeom>
          <a:solidFill>
            <a:srgbClr val="F17810"/>
          </a:solidFill>
          <a:ln w="2540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9522939" y="1122351"/>
            <a:ext cx="408334" cy="408128"/>
          </a:xfrm>
          <a:prstGeom prst="ellipse">
            <a:avLst/>
          </a:prstGeom>
          <a:solidFill>
            <a:srgbClr val="1C5ACB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3091674" y="2652829"/>
            <a:ext cx="350001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H="1" flipV="1">
            <a:off x="3288549" y="2528933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H="1">
            <a:off x="3288549" y="2652829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5826055" y="2652829"/>
            <a:ext cx="350001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H="1" flipV="1">
            <a:off x="6022931" y="2528933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 flipH="1">
            <a:off x="6022931" y="2652829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8589603" y="2652829"/>
            <a:ext cx="342709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 flipH="1" flipV="1">
            <a:off x="8779187" y="2528933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 flipH="1">
            <a:off x="8779187" y="2652829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7998977" y="4401947"/>
            <a:ext cx="204167" cy="145760"/>
          </a:xfrm>
          <a:prstGeom prst="ellipse">
            <a:avLst/>
          </a:prstGeom>
          <a:solidFill>
            <a:srgbClr val="E8F6E5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845835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3820842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6686474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9552106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4" name="TextBox 164"/>
          <p:cNvSpPr txBox="1"/>
          <p:nvPr/>
        </p:nvSpPr>
        <p:spPr>
          <a:xfrm>
            <a:off x="4141676" y="240504"/>
            <a:ext cx="3718759" cy="597615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42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推荐工作流</a:t>
            </a:r>
            <a:endParaRPr lang="zh-CN" sz="4200"/>
          </a:p>
        </p:txBody>
      </p:sp>
      <p:sp>
        <p:nvSpPr>
          <p:cNvPr id="165" name="TextBox 165"/>
          <p:cNvSpPr txBox="1"/>
          <p:nvPr/>
        </p:nvSpPr>
        <p:spPr>
          <a:xfrm>
            <a:off x="911460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</a:t>
            </a:r>
            <a:endParaRPr lang="zh-CN" sz="2400"/>
          </a:p>
        </p:txBody>
      </p:sp>
      <p:sp>
        <p:nvSpPr>
          <p:cNvPr id="166" name="TextBox 166"/>
          <p:cNvSpPr txBox="1"/>
          <p:nvPr/>
        </p:nvSpPr>
        <p:spPr>
          <a:xfrm>
            <a:off x="1378128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绑定项目</a:t>
            </a:r>
            <a:endParaRPr lang="zh-CN" sz="1800"/>
          </a:p>
        </p:txBody>
      </p:sp>
      <p:sp>
        <p:nvSpPr>
          <p:cNvPr id="167" name="TextBox 167"/>
          <p:cNvSpPr txBox="1"/>
          <p:nvPr/>
        </p:nvSpPr>
        <p:spPr>
          <a:xfrm>
            <a:off x="3886467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2</a:t>
            </a:r>
            <a:endParaRPr lang="zh-CN" sz="2400"/>
          </a:p>
        </p:txBody>
      </p:sp>
      <p:sp>
        <p:nvSpPr>
          <p:cNvPr id="168" name="TextBox 168"/>
          <p:cNvSpPr txBox="1"/>
          <p:nvPr/>
        </p:nvSpPr>
        <p:spPr>
          <a:xfrm>
            <a:off x="4353135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发任务</a:t>
            </a:r>
            <a:endParaRPr lang="zh-CN" sz="1800"/>
          </a:p>
        </p:txBody>
      </p:sp>
      <p:sp>
        <p:nvSpPr>
          <p:cNvPr id="169" name="TextBox 169"/>
          <p:cNvSpPr txBox="1"/>
          <p:nvPr/>
        </p:nvSpPr>
        <p:spPr>
          <a:xfrm>
            <a:off x="6752099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3</a:t>
            </a:r>
            <a:endParaRPr lang="zh-CN" sz="2400"/>
          </a:p>
        </p:txBody>
      </p:sp>
      <p:sp>
        <p:nvSpPr>
          <p:cNvPr id="170" name="TextBox 170"/>
          <p:cNvSpPr txBox="1"/>
          <p:nvPr/>
        </p:nvSpPr>
        <p:spPr>
          <a:xfrm>
            <a:off x="7218767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看进度</a:t>
            </a:r>
            <a:endParaRPr lang="zh-CN" sz="1800"/>
          </a:p>
        </p:txBody>
      </p:sp>
      <p:sp>
        <p:nvSpPr>
          <p:cNvPr id="171" name="TextBox 171"/>
          <p:cNvSpPr txBox="1"/>
          <p:nvPr/>
        </p:nvSpPr>
        <p:spPr>
          <a:xfrm>
            <a:off x="9617731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4</a:t>
            </a:r>
            <a:endParaRPr lang="zh-CN" sz="2400"/>
          </a:p>
        </p:txBody>
      </p:sp>
      <p:sp>
        <p:nvSpPr>
          <p:cNvPr id="172" name="TextBox 172"/>
          <p:cNvSpPr txBox="1"/>
          <p:nvPr/>
        </p:nvSpPr>
        <p:spPr>
          <a:xfrm>
            <a:off x="10084399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收结果</a:t>
            </a:r>
            <a:endParaRPr lang="zh-CN" sz="1800"/>
          </a:p>
        </p:txBody>
      </p:sp>
      <p:sp>
        <p:nvSpPr>
          <p:cNvPr id="173" name="TextBox 173"/>
          <p:cNvSpPr txBox="1"/>
          <p:nvPr/>
        </p:nvSpPr>
        <p:spPr>
          <a:xfrm>
            <a:off x="459376" y="2645541"/>
            <a:ext cx="70000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# api-项目</a:t>
            </a:r>
            <a:endParaRPr lang="zh-CN" sz="1300"/>
          </a:p>
        </p:txBody>
      </p:sp>
      <p:sp>
        <p:nvSpPr>
          <p:cNvPr id="174" name="TextBox 174"/>
          <p:cNvSpPr txBox="1"/>
          <p:nvPr/>
        </p:nvSpPr>
        <p:spPr>
          <a:xfrm>
            <a:off x="2143755" y="2208261"/>
            <a:ext cx="612501" cy="19677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4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本机项目</a:t>
            </a:r>
            <a:endParaRPr lang="zh-CN" sz="1400"/>
          </a:p>
        </p:txBody>
      </p:sp>
      <p:sp>
        <p:nvSpPr>
          <p:cNvPr id="175" name="TextBox 175"/>
          <p:cNvSpPr txBox="1"/>
          <p:nvPr/>
        </p:nvSpPr>
        <p:spPr>
          <a:xfrm>
            <a:off x="2027088" y="2426901"/>
            <a:ext cx="889585" cy="3498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/path/to/</a:t>
            </a:r>
            <a:endParaRPr lang="zh-CN" sz="1300"/>
          </a:p>
          <a:p>
            <a:pPr algn="center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workspaces/api</a:t>
            </a:r>
            <a:endParaRPr lang="zh-CN" sz="1300"/>
          </a:p>
        </p:txBody>
      </p:sp>
      <p:sp>
        <p:nvSpPr>
          <p:cNvPr id="176" name="TextBox 176"/>
          <p:cNvSpPr txBox="1"/>
          <p:nvPr/>
        </p:nvSpPr>
        <p:spPr>
          <a:xfrm>
            <a:off x="539585" y="3104684"/>
            <a:ext cx="2245839" cy="364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!bind api "/path/to/workspaces/api"</a:t>
            </a:r>
            <a:endParaRPr lang="zh-CN" sz="1300"/>
          </a:p>
          <a:p>
            <a:pPr algn="left"/>
            <a:r>
              <a:rPr lang="zh-CN" sz="1300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--engine codex</a:t>
            </a:r>
            <a:endParaRPr lang="zh-CN" sz="1300"/>
          </a:p>
        </p:txBody>
      </p:sp>
      <p:sp>
        <p:nvSpPr>
          <p:cNvPr id="177" name="TextBox 177"/>
          <p:cNvSpPr txBox="1"/>
          <p:nvPr/>
        </p:nvSpPr>
        <p:spPr>
          <a:xfrm>
            <a:off x="503126" y="3746028"/>
            <a:ext cx="2289589" cy="218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5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频道绑定到本机项目（默认 Codex）</a:t>
            </a:r>
            <a:endParaRPr lang="zh-CN" sz="1500"/>
          </a:p>
        </p:txBody>
      </p:sp>
      <p:sp>
        <p:nvSpPr>
          <p:cNvPr id="178" name="TextBox 178"/>
          <p:cNvSpPr txBox="1"/>
          <p:nvPr/>
        </p:nvSpPr>
        <p:spPr>
          <a:xfrm>
            <a:off x="4010426" y="1843862"/>
            <a:ext cx="765627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# api-项目</a:t>
            </a:r>
            <a:endParaRPr lang="zh-CN" sz="1300"/>
          </a:p>
        </p:txBody>
      </p:sp>
      <p:sp>
        <p:nvSpPr>
          <p:cNvPr id="179" name="TextBox 179"/>
          <p:cNvSpPr txBox="1"/>
          <p:nvPr/>
        </p:nvSpPr>
        <p:spPr>
          <a:xfrm>
            <a:off x="4025009" y="2266565"/>
            <a:ext cx="1443753" cy="342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帮我实现用户登录接口，</a:t>
            </a:r>
            <a:endParaRPr lang="zh-CN" sz="1400"/>
          </a:p>
          <a:p>
            <a:pPr algn="left"/>
            <a:r>
              <a:rPr lang="zh-CN" sz="14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需要 JWT 鉴权。</a:t>
            </a:r>
            <a:endParaRPr lang="zh-CN" sz="1400"/>
          </a:p>
        </p:txBody>
      </p:sp>
      <p:sp>
        <p:nvSpPr>
          <p:cNvPr id="180" name="TextBox 180"/>
          <p:cNvSpPr txBox="1"/>
          <p:nvPr/>
        </p:nvSpPr>
        <p:spPr>
          <a:xfrm>
            <a:off x="4411469" y="2951637"/>
            <a:ext cx="947919" cy="3498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5A6270"/>
                </a:solidFill>
                <a:latin typeface="Kaiti SC"/>
                <a:ea typeface="Kaiti SC"/>
                <a:cs typeface="Kaiti SC"/>
              </a:rPr>
              <a:t>需求说明.pdf</a:t>
            </a:r>
            <a:endParaRPr lang="zh-CN" sz="1400"/>
          </a:p>
          <a:p>
            <a:pPr algn="left"/>
            <a:r>
              <a:rPr lang="zh-CN" sz="1400">
                <a:solidFill>
                  <a:srgbClr val="5A6270"/>
                </a:solidFill>
                <a:latin typeface="Kaiti SC"/>
                <a:ea typeface="Kaiti SC"/>
                <a:cs typeface="Kaiti SC"/>
              </a:rPr>
              <a:t>245 KB</a:t>
            </a:r>
            <a:endParaRPr lang="zh-CN" sz="1400"/>
          </a:p>
        </p:txBody>
      </p:sp>
      <p:sp>
        <p:nvSpPr>
          <p:cNvPr id="181" name="TextBox 181"/>
          <p:cNvSpPr txBox="1"/>
          <p:nvPr/>
        </p:nvSpPr>
        <p:spPr>
          <a:xfrm>
            <a:off x="3718759" y="3804332"/>
            <a:ext cx="2027088" cy="3498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在频道里提问或上传文件，</a:t>
            </a:r>
            <a:endParaRPr lang="zh-CN" sz="1500"/>
          </a:p>
          <a:p>
            <a:pPr algn="left"/>
            <a:r>
              <a:rPr lang="zh-CN" sz="15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自动进入 Codex 会话。</a:t>
            </a:r>
            <a:endParaRPr lang="zh-CN" sz="1500"/>
          </a:p>
        </p:txBody>
      </p:sp>
      <p:sp>
        <p:nvSpPr>
          <p:cNvPr id="182" name="TextBox 182"/>
          <p:cNvSpPr txBox="1"/>
          <p:nvPr/>
        </p:nvSpPr>
        <p:spPr>
          <a:xfrm>
            <a:off x="4411469" y="3979243"/>
            <a:ext cx="437501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Codex</a:t>
            </a:r>
            <a:endParaRPr lang="zh-CN" sz="1500"/>
          </a:p>
        </p:txBody>
      </p:sp>
      <p:sp>
        <p:nvSpPr>
          <p:cNvPr id="183" name="TextBox 183"/>
          <p:cNvSpPr txBox="1"/>
          <p:nvPr/>
        </p:nvSpPr>
        <p:spPr>
          <a:xfrm>
            <a:off x="6759391" y="1843862"/>
            <a:ext cx="452084" cy="19677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Codex</a:t>
            </a:r>
            <a:endParaRPr lang="zh-CN" sz="1400"/>
          </a:p>
        </p:txBody>
      </p:sp>
      <p:sp>
        <p:nvSpPr>
          <p:cNvPr id="184" name="TextBox 184"/>
          <p:cNvSpPr txBox="1"/>
          <p:nvPr/>
        </p:nvSpPr>
        <p:spPr>
          <a:xfrm>
            <a:off x="7247934" y="1865726"/>
            <a:ext cx="204167" cy="116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8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BOT</a:t>
            </a:r>
            <a:endParaRPr lang="zh-CN" sz="800"/>
          </a:p>
        </p:txBody>
      </p:sp>
      <p:sp>
        <p:nvSpPr>
          <p:cNvPr id="185" name="TextBox 185"/>
          <p:cNvSpPr txBox="1"/>
          <p:nvPr/>
        </p:nvSpPr>
        <p:spPr>
          <a:xfrm>
            <a:off x="6642724" y="2200973"/>
            <a:ext cx="1239586" cy="218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6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正在处理...</a:t>
            </a:r>
            <a:endParaRPr lang="zh-CN" sz="1600"/>
          </a:p>
        </p:txBody>
      </p:sp>
      <p:sp>
        <p:nvSpPr>
          <p:cNvPr id="186" name="TextBox 186"/>
          <p:cNvSpPr txBox="1"/>
          <p:nvPr/>
        </p:nvSpPr>
        <p:spPr>
          <a:xfrm>
            <a:off x="6657307" y="2485205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理解需求</a:t>
            </a:r>
            <a:endParaRPr lang="zh-CN" sz="1300"/>
          </a:p>
        </p:txBody>
      </p:sp>
      <p:sp>
        <p:nvSpPr>
          <p:cNvPr id="187" name="TextBox 187"/>
          <p:cNvSpPr txBox="1"/>
          <p:nvPr/>
        </p:nvSpPr>
        <p:spPr>
          <a:xfrm>
            <a:off x="6657307" y="2776725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设计接口</a:t>
            </a:r>
            <a:endParaRPr lang="zh-CN" sz="1300"/>
          </a:p>
        </p:txBody>
      </p:sp>
      <p:sp>
        <p:nvSpPr>
          <p:cNvPr id="188" name="TextBox 188"/>
          <p:cNvSpPr txBox="1"/>
          <p:nvPr/>
        </p:nvSpPr>
        <p:spPr>
          <a:xfrm>
            <a:off x="6657307" y="3068244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编码实现</a:t>
            </a:r>
            <a:endParaRPr lang="zh-CN" sz="1300"/>
          </a:p>
        </p:txBody>
      </p:sp>
      <p:sp>
        <p:nvSpPr>
          <p:cNvPr id="189" name="TextBox 189"/>
          <p:cNvSpPr txBox="1"/>
          <p:nvPr/>
        </p:nvSpPr>
        <p:spPr>
          <a:xfrm>
            <a:off x="6657307" y="3359764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测试验证</a:t>
            </a:r>
            <a:endParaRPr lang="zh-CN" sz="1300"/>
          </a:p>
        </p:txBody>
      </p:sp>
      <p:sp>
        <p:nvSpPr>
          <p:cNvPr id="190" name="TextBox 190"/>
          <p:cNvSpPr txBox="1"/>
          <p:nvPr/>
        </p:nvSpPr>
        <p:spPr>
          <a:xfrm>
            <a:off x="6314598" y="3804332"/>
            <a:ext cx="2187505" cy="37168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Bridge + service-run 提供进度、</a:t>
            </a:r>
            <a:endParaRPr lang="zh-CN" sz="1500"/>
          </a:p>
          <a:p>
            <a:pPr algn="left"/>
            <a:r>
              <a:rPr lang="zh-CN" sz="15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日志与实时状态。</a:t>
            </a:r>
            <a:endParaRPr lang="zh-CN" sz="1500"/>
          </a:p>
        </p:txBody>
      </p:sp>
      <p:sp>
        <p:nvSpPr>
          <p:cNvPr id="191" name="TextBox 191"/>
          <p:cNvSpPr txBox="1"/>
          <p:nvPr/>
        </p:nvSpPr>
        <p:spPr>
          <a:xfrm>
            <a:off x="9515647" y="1829286"/>
            <a:ext cx="466668" cy="19677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Codex</a:t>
            </a:r>
            <a:endParaRPr lang="zh-CN" sz="1400"/>
          </a:p>
        </p:txBody>
      </p:sp>
      <p:sp>
        <p:nvSpPr>
          <p:cNvPr id="192" name="TextBox 192"/>
          <p:cNvSpPr txBox="1"/>
          <p:nvPr/>
        </p:nvSpPr>
        <p:spPr>
          <a:xfrm>
            <a:off x="10018773" y="1858438"/>
            <a:ext cx="211459" cy="116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8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BOT</a:t>
            </a:r>
            <a:endParaRPr lang="zh-CN" sz="800"/>
          </a:p>
        </p:txBody>
      </p:sp>
      <p:sp>
        <p:nvSpPr>
          <p:cNvPr id="193" name="TextBox 193"/>
          <p:cNvSpPr txBox="1"/>
          <p:nvPr/>
        </p:nvSpPr>
        <p:spPr>
          <a:xfrm>
            <a:off x="9559397" y="2106230"/>
            <a:ext cx="634376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任务完成</a:t>
            </a:r>
            <a:endParaRPr lang="zh-CN" sz="1400"/>
          </a:p>
        </p:txBody>
      </p:sp>
      <p:sp>
        <p:nvSpPr>
          <p:cNvPr id="194" name="TextBox 194"/>
          <p:cNvSpPr txBox="1"/>
          <p:nvPr/>
        </p:nvSpPr>
        <p:spPr>
          <a:xfrm>
            <a:off x="9537522" y="2310293"/>
            <a:ext cx="1319795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以下是结果与文件:</a:t>
            </a:r>
            <a:endParaRPr lang="zh-CN" sz="1300"/>
          </a:p>
        </p:txBody>
      </p:sp>
      <p:sp>
        <p:nvSpPr>
          <p:cNvPr id="195" name="TextBox 195"/>
          <p:cNvSpPr txBox="1"/>
          <p:nvPr/>
        </p:nvSpPr>
        <p:spPr>
          <a:xfrm>
            <a:off x="9778148" y="2609101"/>
            <a:ext cx="1290628" cy="2623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【总结】实现说明.md</a:t>
            </a:r>
            <a:endParaRPr lang="zh-CN" sz="1000"/>
          </a:p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12 KB</a:t>
            </a:r>
            <a:endParaRPr lang="zh-CN" sz="1000"/>
          </a:p>
        </p:txBody>
      </p:sp>
      <p:sp>
        <p:nvSpPr>
          <p:cNvPr id="196" name="TextBox 196"/>
          <p:cNvSpPr txBox="1"/>
          <p:nvPr/>
        </p:nvSpPr>
        <p:spPr>
          <a:xfrm>
            <a:off x="9544814" y="3031804"/>
            <a:ext cx="116667" cy="13847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{}</a:t>
            </a:r>
            <a:endParaRPr lang="zh-CN" sz="1000"/>
          </a:p>
        </p:txBody>
      </p:sp>
      <p:sp>
        <p:nvSpPr>
          <p:cNvPr id="197" name="TextBox 197"/>
          <p:cNvSpPr txBox="1"/>
          <p:nvPr/>
        </p:nvSpPr>
        <p:spPr>
          <a:xfrm>
            <a:off x="9778148" y="2966213"/>
            <a:ext cx="947919" cy="2623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login_api.py</a:t>
            </a:r>
            <a:endParaRPr lang="zh-CN" sz="1000"/>
          </a:p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8.3 KB</a:t>
            </a:r>
            <a:endParaRPr lang="zh-CN" sz="1000"/>
          </a:p>
        </p:txBody>
      </p:sp>
      <p:sp>
        <p:nvSpPr>
          <p:cNvPr id="198" name="TextBox 198"/>
          <p:cNvSpPr txBox="1"/>
          <p:nvPr/>
        </p:nvSpPr>
        <p:spPr>
          <a:xfrm>
            <a:off x="9778148" y="3316036"/>
            <a:ext cx="1064586" cy="2623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接口架构图.png</a:t>
            </a:r>
            <a:endParaRPr lang="zh-CN" sz="1000"/>
          </a:p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120 KB</a:t>
            </a:r>
            <a:endParaRPr lang="zh-CN" sz="1000"/>
          </a:p>
        </p:txBody>
      </p:sp>
      <p:sp>
        <p:nvSpPr>
          <p:cNvPr id="199" name="TextBox 199"/>
          <p:cNvSpPr txBox="1"/>
          <p:nvPr/>
        </p:nvSpPr>
        <p:spPr>
          <a:xfrm>
            <a:off x="9267730" y="3804332"/>
            <a:ext cx="2085422" cy="39355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结果自动回传：总结、文件、</a:t>
            </a:r>
            <a:endParaRPr lang="zh-CN" sz="1500"/>
          </a:p>
          <a:p>
            <a:pPr algn="left"/>
            <a:r>
              <a:rPr lang="zh-CN" sz="15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图片等作为附件返回。</a:t>
            </a:r>
            <a:endParaRPr lang="zh-CN" sz="1500"/>
          </a:p>
        </p:txBody>
      </p:sp>
      <p:sp>
        <p:nvSpPr>
          <p:cNvPr id="200" name="TextBox 200"/>
          <p:cNvSpPr txBox="1"/>
          <p:nvPr/>
        </p:nvSpPr>
        <p:spPr>
          <a:xfrm>
            <a:off x="867710" y="4562283"/>
            <a:ext cx="1385420" cy="31338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2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最佳实践</a:t>
            </a:r>
            <a:endParaRPr lang="zh-CN" sz="2400"/>
          </a:p>
        </p:txBody>
      </p:sp>
      <p:sp>
        <p:nvSpPr>
          <p:cNvPr id="201" name="TextBox 201"/>
          <p:cNvSpPr txBox="1"/>
          <p:nvPr/>
        </p:nvSpPr>
        <p:spPr>
          <a:xfrm>
            <a:off x="1057294" y="5072442"/>
            <a:ext cx="576043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1. 大任务分步骤：把复杂任务拆成清晰的小步骤，便于 Codex 理解与执行。</a:t>
            </a:r>
            <a:endParaRPr lang="zh-CN" sz="1320"/>
          </a:p>
        </p:txBody>
      </p:sp>
      <p:sp>
        <p:nvSpPr>
          <p:cNvPr id="202" name="TextBox 202"/>
          <p:cNvSpPr txBox="1"/>
          <p:nvPr/>
        </p:nvSpPr>
        <p:spPr>
          <a:xfrm>
            <a:off x="1057294" y="5553450"/>
            <a:ext cx="576043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2. 文件名说清楚：使用有意义的文件名与目录结构，帮助 Codex 快速定位内容。</a:t>
            </a:r>
            <a:endParaRPr lang="zh-CN" sz="1320"/>
          </a:p>
        </p:txBody>
      </p:sp>
      <p:sp>
        <p:nvSpPr>
          <p:cNvPr id="203" name="TextBox 203"/>
          <p:cNvSpPr txBox="1"/>
          <p:nvPr/>
        </p:nvSpPr>
        <p:spPr>
          <a:xfrm>
            <a:off x="1057294" y="6041745"/>
            <a:ext cx="5869805" cy="437279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3. 图片任务用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Codex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：涉及生图、编辑图，使用默认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Codex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或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!codex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，</a:t>
            </a:r>
            <a:endParaRPr lang="zh-CN" sz="1320"/>
          </a:p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不要用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!claude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覆盖。</a:t>
            </a:r>
            <a:endParaRPr lang="zh-CN" sz="1320"/>
          </a:p>
        </p:txBody>
      </p:sp>
      <p:sp>
        <p:nvSpPr>
          <p:cNvPr id="204" name="TextBox 204"/>
          <p:cNvSpPr txBox="1"/>
          <p:nvPr/>
        </p:nvSpPr>
        <p:spPr>
          <a:xfrm>
            <a:off x="9420855" y="4773634"/>
            <a:ext cx="882294" cy="29880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24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小结</a:t>
            </a:r>
            <a:endParaRPr lang="zh-CN" sz="2400"/>
          </a:p>
        </p:txBody>
      </p:sp>
      <p:sp>
        <p:nvSpPr>
          <p:cNvPr id="205" name="TextBox 205"/>
          <p:cNvSpPr txBox="1"/>
          <p:nvPr/>
        </p:nvSpPr>
        <p:spPr>
          <a:xfrm>
            <a:off x="8385436" y="5276506"/>
            <a:ext cx="2697923" cy="626767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让 </a:t>
            </a:r>
            <a:r>
              <a:rPr lang="zh-CN" sz="23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Discord</a:t>
            </a:r>
            <a:r>
              <a:rPr lang="zh-CN" sz="2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变成本机 </a:t>
            </a:r>
            <a:endParaRPr lang="zh-CN" sz="2300"/>
          </a:p>
          <a:p>
            <a:pPr algn="center"/>
            <a:r>
              <a:rPr lang="zh-CN" sz="23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Codex</a:t>
            </a:r>
            <a:r>
              <a:rPr lang="zh-CN" sz="2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的远程工作台。</a:t>
            </a:r>
            <a:endParaRPr lang="zh-CN" sz="2300"/>
          </a:p>
        </p:txBody>
      </p:sp>
      <p:sp>
        <p:nvSpPr>
          <p:cNvPr id="206" name="TextBox 206"/>
          <p:cNvSpPr txBox="1"/>
          <p:nvPr/>
        </p:nvSpPr>
        <p:spPr>
          <a:xfrm>
            <a:off x="9632314" y="6129201"/>
            <a:ext cx="131250" cy="1603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3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C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