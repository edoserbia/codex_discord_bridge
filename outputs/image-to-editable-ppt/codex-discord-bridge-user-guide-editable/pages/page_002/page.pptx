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9027104" y="1821998"/>
            <a:ext cx="2515631" cy="685071"/>
          </a:xfrm>
          <a:prstGeom prst="roundRect">
            <a:avLst>
              <a:gd name="adj" fmla="val 21277"/>
            </a:avLst>
          </a:prstGeom>
          <a:solidFill>
            <a:srgbClr val="FFF7EB"/>
          </a:solidFill>
          <a:ln w="38100">
            <a:solidFill>
              <a:srgbClr val="EE8A25"/>
            </a:solidFill>
          </a:ln>
        </p:spPr>
        <p:txBody>
          <a:bodyPr/>
          <a:lstStyle/>
          <a:p/>
        </p:txBody>
      </p:sp>
      <p:sp>
        <p:nvSpPr>
          <p:cNvPr id="3" name="Line 3"/>
          <p:cNvSpPr/>
          <p:nvPr/>
        </p:nvSpPr>
        <p:spPr>
          <a:xfrm>
            <a:off x="3806259" y="524735"/>
            <a:ext cx="29167" cy="291520"/>
          </a:xfrm>
          <a:prstGeom prst="line">
            <a:avLst/>
          </a:prstGeom>
          <a:noFill/>
          <a:ln w="381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4" name="Line 4"/>
          <p:cNvSpPr/>
          <p:nvPr/>
        </p:nvSpPr>
        <p:spPr>
          <a:xfrm>
            <a:off x="3689592" y="685071"/>
            <a:ext cx="269792" cy="0"/>
          </a:xfrm>
          <a:prstGeom prst="line">
            <a:avLst/>
          </a:prstGeom>
          <a:noFill/>
          <a:ln w="381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5" name="Line 5"/>
          <p:cNvSpPr/>
          <p:nvPr/>
        </p:nvSpPr>
        <p:spPr>
          <a:xfrm>
            <a:off x="3747925" y="590327"/>
            <a:ext cx="153125" cy="174912"/>
          </a:xfrm>
          <a:prstGeom prst="line">
            <a:avLst/>
          </a:prstGeom>
          <a:noFill/>
          <a:ln w="254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6" name="Line 6"/>
          <p:cNvSpPr/>
          <p:nvPr/>
        </p:nvSpPr>
        <p:spPr>
          <a:xfrm flipH="1">
            <a:off x="3747925" y="590327"/>
            <a:ext cx="153125" cy="174912"/>
          </a:xfrm>
          <a:prstGeom prst="line">
            <a:avLst/>
          </a:prstGeom>
          <a:noFill/>
          <a:ln w="254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3762509" y="991167"/>
            <a:ext cx="189584" cy="36440"/>
          </a:xfrm>
          <a:prstGeom prst="line">
            <a:avLst/>
          </a:prstGeom>
          <a:noFill/>
          <a:ln w="381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>
            <a:off x="3798967" y="1122351"/>
            <a:ext cx="153125" cy="0"/>
          </a:xfrm>
          <a:prstGeom prst="line">
            <a:avLst/>
          </a:prstGeom>
          <a:noFill/>
          <a:ln w="381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 flipH="1">
            <a:off x="8341686" y="444567"/>
            <a:ext cx="131250" cy="255080"/>
          </a:xfrm>
          <a:prstGeom prst="line">
            <a:avLst/>
          </a:prstGeom>
          <a:noFill/>
          <a:ln w="50800">
            <a:solidFill>
              <a:srgbClr val="2E7D38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 flipH="1">
            <a:off x="8443770" y="641343"/>
            <a:ext cx="211459" cy="138472"/>
          </a:xfrm>
          <a:prstGeom prst="line">
            <a:avLst/>
          </a:prstGeom>
          <a:noFill/>
          <a:ln w="38100">
            <a:solidFill>
              <a:srgbClr val="2E7D38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8502103" y="874559"/>
            <a:ext cx="226042" cy="51016"/>
          </a:xfrm>
          <a:prstGeom prst="line">
            <a:avLst/>
          </a:prstGeom>
          <a:noFill/>
          <a:ln w="38100">
            <a:solidFill>
              <a:srgbClr val="2E7D38"/>
            </a:solidFill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 flipV="1">
            <a:off x="3901051" y="1370142"/>
            <a:ext cx="4404177" cy="72880"/>
          </a:xfrm>
          <a:prstGeom prst="line">
            <a:avLst/>
          </a:prstGeom>
          <a:noFill/>
          <a:ln w="38100">
            <a:solidFill>
              <a:srgbClr val="5B8FD3"/>
            </a:solidFill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 flipV="1">
            <a:off x="4338552" y="1428446"/>
            <a:ext cx="4178135" cy="43728"/>
          </a:xfrm>
          <a:prstGeom prst="line">
            <a:avLst/>
          </a:prstGeom>
          <a:noFill/>
          <a:ln w="25400">
            <a:solidFill>
              <a:srgbClr val="5B8FD3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597918" y="1865726"/>
            <a:ext cx="2435422" cy="2725709"/>
          </a:xfrm>
          <a:prstGeom prst="roundRect">
            <a:avLst>
              <a:gd name="adj" fmla="val 8982"/>
            </a:avLst>
          </a:prstGeom>
          <a:solidFill>
            <a:srgbClr val="FFFFFF"/>
          </a:solidFill>
          <a:ln w="381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3179174" y="3141124"/>
            <a:ext cx="707293" cy="7288"/>
          </a:xfrm>
          <a:prstGeom prst="line">
            <a:avLst/>
          </a:prstGeom>
          <a:noFill/>
          <a:ln w="508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 flipH="1" flipV="1">
            <a:off x="3718759" y="2988077"/>
            <a:ext cx="167709" cy="160336"/>
          </a:xfrm>
          <a:prstGeom prst="line">
            <a:avLst/>
          </a:prstGeom>
          <a:noFill/>
          <a:ln w="508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 flipH="1">
            <a:off x="3718759" y="3148412"/>
            <a:ext cx="167709" cy="160336"/>
          </a:xfrm>
          <a:prstGeom prst="line">
            <a:avLst/>
          </a:prstGeom>
          <a:noFill/>
          <a:ln w="508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4105218" y="2339445"/>
            <a:ext cx="4134385" cy="1778270"/>
          </a:xfrm>
          <a:prstGeom prst="roundRect">
            <a:avLst>
              <a:gd name="adj" fmla="val 8197"/>
            </a:avLst>
          </a:prstGeom>
          <a:solidFill>
            <a:srgbClr val="FBFFF8"/>
          </a:solidFill>
          <a:ln w="38100">
            <a:solidFill>
              <a:srgbClr val="2E6B35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>
            <a:off x="8370853" y="3148412"/>
            <a:ext cx="510418" cy="0"/>
          </a:xfrm>
          <a:prstGeom prst="line">
            <a:avLst/>
          </a:prstGeom>
          <a:noFill/>
          <a:ln w="50800">
            <a:solidFill>
              <a:srgbClr val="2F7F39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 flipH="1" flipV="1">
            <a:off x="8706270" y="3017228"/>
            <a:ext cx="175000" cy="131184"/>
          </a:xfrm>
          <a:prstGeom prst="line">
            <a:avLst/>
          </a:prstGeom>
          <a:noFill/>
          <a:ln w="50800">
            <a:solidFill>
              <a:srgbClr val="2F7F39"/>
            </a:solidFill>
          </a:ln>
        </p:spPr>
        <p:txBody>
          <a:bodyPr/>
          <a:lstStyle/>
          <a:p/>
        </p:txBody>
      </p:sp>
      <p:sp>
        <p:nvSpPr>
          <p:cNvPr id="21" name="Line 21"/>
          <p:cNvSpPr/>
          <p:nvPr/>
        </p:nvSpPr>
        <p:spPr>
          <a:xfrm flipH="1">
            <a:off x="8706270" y="3148412"/>
            <a:ext cx="175000" cy="167624"/>
          </a:xfrm>
          <a:prstGeom prst="line">
            <a:avLst/>
          </a:prstGeom>
          <a:noFill/>
          <a:ln w="50800">
            <a:solidFill>
              <a:srgbClr val="2F7F39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9027104" y="2208261"/>
            <a:ext cx="2515631" cy="2507069"/>
          </a:xfrm>
          <a:prstGeom prst="roundRect">
            <a:avLst>
              <a:gd name="adj" fmla="val 5233"/>
            </a:avLst>
          </a:prstGeom>
          <a:solidFill>
            <a:srgbClr val="FFFDF9"/>
          </a:solidFill>
          <a:ln w="38100">
            <a:solidFill>
              <a:srgbClr val="EE8A25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3419800" y="4606011"/>
            <a:ext cx="1516670" cy="502871"/>
          </a:xfrm>
          <a:prstGeom prst="roundRect">
            <a:avLst>
              <a:gd name="adj" fmla="val 24638"/>
            </a:avLst>
          </a:prstGeom>
          <a:solidFill>
            <a:srgbClr val="F3F8FF"/>
          </a:solidFill>
          <a:ln w="254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5118762" y="4606011"/>
            <a:ext cx="1735421" cy="502871"/>
          </a:xfrm>
          <a:prstGeom prst="roundRect">
            <a:avLst>
              <a:gd name="adj" fmla="val 24638"/>
            </a:avLst>
          </a:prstGeom>
          <a:solidFill>
            <a:srgbClr val="F6FBF2"/>
          </a:solidFill>
          <a:ln w="25400">
            <a:solidFill>
              <a:srgbClr val="55925D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7029183" y="4606011"/>
            <a:ext cx="1494795" cy="502871"/>
          </a:xfrm>
          <a:prstGeom prst="roundRect">
            <a:avLst>
              <a:gd name="adj" fmla="val 24638"/>
            </a:avLst>
          </a:prstGeom>
          <a:solidFill>
            <a:srgbClr val="FFF8EF"/>
          </a:solidFill>
          <a:ln w="25400">
            <a:solidFill>
              <a:srgbClr val="EE8A25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2253130" y="5589889"/>
            <a:ext cx="7503143" cy="87455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9FC4EF"/>
            </a:solidFill>
            <a:prstDash val="dash"/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>
            <a:off x="1618754" y="4591435"/>
            <a:ext cx="0" cy="160336"/>
          </a:xfrm>
          <a:prstGeom prst="line">
            <a:avLst/>
          </a:prstGeom>
          <a:noFill/>
          <a:ln w="381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 flipV="1">
            <a:off x="1618754" y="4584147"/>
            <a:ext cx="240626" cy="167624"/>
          </a:xfrm>
          <a:prstGeom prst="line">
            <a:avLst/>
          </a:prstGeom>
          <a:noFill/>
          <a:ln w="381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 flipV="1">
            <a:off x="4251052" y="2492493"/>
            <a:ext cx="1946880" cy="1464886"/>
          </a:xfrm>
          <a:prstGeom prst="line">
            <a:avLst/>
          </a:prstGeom>
          <a:noFill/>
          <a:ln w="12700">
            <a:solidFill>
              <a:srgbClr val="E7F0E3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 flipV="1">
            <a:off x="4725011" y="2441477"/>
            <a:ext cx="2158338" cy="1559630"/>
          </a:xfrm>
          <a:prstGeom prst="line">
            <a:avLst/>
          </a:prstGeom>
          <a:noFill/>
          <a:ln w="12700">
            <a:solidFill>
              <a:srgbClr val="E7F0E3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 flipV="1">
            <a:off x="5454179" y="2456053"/>
            <a:ext cx="2158338" cy="1537766"/>
          </a:xfrm>
          <a:prstGeom prst="line">
            <a:avLst/>
          </a:prstGeom>
          <a:noFill/>
          <a:ln w="12700">
            <a:solidFill>
              <a:srgbClr val="E7F0E3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 flipV="1">
            <a:off x="9129188" y="2281141"/>
            <a:ext cx="1626045" cy="2266565"/>
          </a:xfrm>
          <a:prstGeom prst="line">
            <a:avLst/>
          </a:prstGeom>
          <a:noFill/>
          <a:ln w="12700">
            <a:solidFill>
              <a:srgbClr val="F5EADB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 flipV="1">
            <a:off x="9625023" y="2317581"/>
            <a:ext cx="1662504" cy="2288429"/>
          </a:xfrm>
          <a:prstGeom prst="line">
            <a:avLst/>
          </a:prstGeom>
          <a:noFill/>
          <a:ln w="12700">
            <a:solidFill>
              <a:srgbClr val="F5EADB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 flipV="1">
            <a:off x="9114605" y="2273853"/>
            <a:ext cx="1166669" cy="1406582"/>
          </a:xfrm>
          <a:prstGeom prst="line">
            <a:avLst/>
          </a:prstGeom>
          <a:noFill/>
          <a:ln w="12700">
            <a:solidFill>
              <a:srgbClr val="F5EADB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>
            <a:off x="1254170" y="3381628"/>
            <a:ext cx="1487503" cy="0"/>
          </a:xfrm>
          <a:prstGeom prst="line">
            <a:avLst/>
          </a:prstGeom>
          <a:noFill/>
          <a:ln w="25400">
            <a:solidFill>
              <a:srgbClr val="BFBFBF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1254170" y="3527388"/>
            <a:ext cx="1181253" cy="0"/>
          </a:xfrm>
          <a:prstGeom prst="line">
            <a:avLst/>
          </a:prstGeom>
          <a:noFill/>
          <a:ln w="25400">
            <a:solidFill>
              <a:srgbClr val="C8C8C8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1254170" y="3964667"/>
            <a:ext cx="1487503" cy="0"/>
          </a:xfrm>
          <a:prstGeom prst="line">
            <a:avLst/>
          </a:prstGeom>
          <a:noFill/>
          <a:ln w="25400">
            <a:solidFill>
              <a:srgbClr val="BFBFBF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1254170" y="4103139"/>
            <a:ext cx="1181253" cy="0"/>
          </a:xfrm>
          <a:prstGeom prst="line">
            <a:avLst/>
          </a:prstGeom>
          <a:noFill/>
          <a:ln w="25400">
            <a:solidFill>
              <a:srgbClr val="C8C8C8"/>
            </a:solidFill>
          </a:ln>
        </p:spPr>
        <p:txBody>
          <a:bodyPr/>
          <a:lstStyle/>
          <a:p/>
        </p:txBody>
      </p:sp>
      <p:sp>
        <p:nvSpPr>
          <p:cNvPr id="39" name="Ellipse 39"/>
          <p:cNvSpPr/>
          <p:nvPr/>
        </p:nvSpPr>
        <p:spPr>
          <a:xfrm>
            <a:off x="794794" y="2011486"/>
            <a:ext cx="561460" cy="561175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 flipH="1">
            <a:off x="889585" y="2711133"/>
            <a:ext cx="51042" cy="240504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 flipH="1">
            <a:off x="1006252" y="2711133"/>
            <a:ext cx="51042" cy="240504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831252" y="2791301"/>
            <a:ext cx="284376" cy="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816669" y="2878757"/>
            <a:ext cx="284376" cy="0"/>
          </a:xfrm>
          <a:prstGeom prst="line">
            <a:avLst/>
          </a:prstGeom>
          <a:noFill/>
          <a:ln w="3810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44" name="Ellipse 44"/>
          <p:cNvSpPr/>
          <p:nvPr/>
        </p:nvSpPr>
        <p:spPr>
          <a:xfrm>
            <a:off x="809377" y="3155700"/>
            <a:ext cx="320834" cy="320672"/>
          </a:xfrm>
          <a:prstGeom prst="ellipse">
            <a:avLst/>
          </a:prstGeom>
          <a:solidFill>
            <a:srgbClr val="E8F1FF"/>
          </a:solidFill>
          <a:ln w="254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45" name="Ellipse 45"/>
          <p:cNvSpPr/>
          <p:nvPr/>
        </p:nvSpPr>
        <p:spPr>
          <a:xfrm>
            <a:off x="809377" y="3767892"/>
            <a:ext cx="320834" cy="320672"/>
          </a:xfrm>
          <a:prstGeom prst="ellipse">
            <a:avLst/>
          </a:prstGeom>
          <a:solidFill>
            <a:srgbClr val="FFF1DF"/>
          </a:solidFill>
          <a:ln w="25400">
            <a:solidFill>
              <a:srgbClr val="F28A22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 flipV="1">
            <a:off x="3631258" y="4744482"/>
            <a:ext cx="138542" cy="138472"/>
          </a:xfrm>
          <a:prstGeom prst="line">
            <a:avLst/>
          </a:prstGeom>
          <a:noFill/>
          <a:ln w="508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 flipV="1">
            <a:off x="3726050" y="4817362"/>
            <a:ext cx="138542" cy="138472"/>
          </a:xfrm>
          <a:prstGeom prst="line">
            <a:avLst/>
          </a:prstGeom>
          <a:noFill/>
          <a:ln w="508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5279179" y="4737194"/>
            <a:ext cx="277084" cy="276944"/>
          </a:xfrm>
          <a:prstGeom prst="rect">
            <a:avLst/>
          </a:prstGeom>
          <a:solidFill>
            <a:srgbClr val="EDF7E9"/>
          </a:solidFill>
          <a:ln w="25400">
            <a:solidFill>
              <a:srgbClr val="55925D"/>
            </a:solidFill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7218767" y="4817362"/>
            <a:ext cx="320834" cy="182200"/>
          </a:xfrm>
          <a:prstGeom prst="rect">
            <a:avLst/>
          </a:prstGeom>
          <a:solidFill>
            <a:srgbClr val="FFF3DC"/>
          </a:solidFill>
          <a:ln w="38100">
            <a:solidFill>
              <a:srgbClr val="EE8A25"/>
            </a:solidFill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7233350" y="4744482"/>
            <a:ext cx="189584" cy="94744"/>
          </a:xfrm>
          <a:prstGeom prst="rect">
            <a:avLst/>
          </a:prstGeom>
          <a:solidFill>
            <a:srgbClr val="FFF3DC"/>
          </a:solidFill>
          <a:ln w="38100">
            <a:solidFill>
              <a:srgbClr val="EE8A25"/>
            </a:solidFill>
          </a:ln>
        </p:spPr>
        <p:txBody>
          <a:bodyPr/>
          <a:lstStyle/>
          <a:p/>
        </p:txBody>
      </p:sp>
      <p:sp>
        <p:nvSpPr>
          <p:cNvPr id="51" name="Ellipse 51"/>
          <p:cNvSpPr/>
          <p:nvPr/>
        </p:nvSpPr>
        <p:spPr>
          <a:xfrm>
            <a:off x="2661465" y="5910561"/>
            <a:ext cx="240626" cy="306096"/>
          </a:xfrm>
          <a:prstGeom prst="ellipse">
            <a:avLst/>
          </a:prstGeom>
          <a:solidFill>
            <a:srgbClr val="FFFEF4"/>
          </a:solidFill>
          <a:ln w="381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2712506" y="6216657"/>
            <a:ext cx="145834" cy="87456"/>
          </a:xfrm>
          <a:prstGeom prst="rect">
            <a:avLst/>
          </a:prstGeom>
          <a:solidFill>
            <a:srgbClr val="FFFEF4"/>
          </a:solidFill>
          <a:ln w="254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53" name="Line 53"/>
          <p:cNvSpPr/>
          <p:nvPr/>
        </p:nvSpPr>
        <p:spPr>
          <a:xfrm>
            <a:off x="2792715" y="5750225"/>
            <a:ext cx="0" cy="102032"/>
          </a:xfrm>
          <a:prstGeom prst="line">
            <a:avLst/>
          </a:prstGeom>
          <a:noFill/>
          <a:ln w="254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54" name="Line 54"/>
          <p:cNvSpPr/>
          <p:nvPr/>
        </p:nvSpPr>
        <p:spPr>
          <a:xfrm flipH="1">
            <a:off x="2479172" y="5990729"/>
            <a:ext cx="94792" cy="0"/>
          </a:xfrm>
          <a:prstGeom prst="line">
            <a:avLst/>
          </a:prstGeom>
          <a:noFill/>
          <a:ln w="254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55" name="Line 55"/>
          <p:cNvSpPr/>
          <p:nvPr/>
        </p:nvSpPr>
        <p:spPr>
          <a:xfrm>
            <a:off x="2989590" y="5990729"/>
            <a:ext cx="94792" cy="0"/>
          </a:xfrm>
          <a:prstGeom prst="line">
            <a:avLst/>
          </a:prstGeom>
          <a:noFill/>
          <a:ln w="25400">
            <a:solidFill>
              <a:srgbClr val="2B7FD8"/>
            </a:solidFill>
          </a:ln>
        </p:spPr>
        <p:txBody>
          <a:bodyPr/>
          <a:lstStyle/>
          <a:p/>
        </p:txBody>
      </p:sp>
      <p:sp>
        <p:nvSpPr>
          <p:cNvPr id="56" name="Roundrect 56"/>
          <p:cNvSpPr/>
          <p:nvPr/>
        </p:nvSpPr>
        <p:spPr>
          <a:xfrm>
            <a:off x="918752" y="2186397"/>
            <a:ext cx="320834" cy="182200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911460" y="3221292"/>
            <a:ext cx="116667" cy="116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58" name="Ellipse 58"/>
          <p:cNvSpPr/>
          <p:nvPr/>
        </p:nvSpPr>
        <p:spPr>
          <a:xfrm>
            <a:off x="867710" y="3323324"/>
            <a:ext cx="204167" cy="131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59" name="Ellipse 59"/>
          <p:cNvSpPr/>
          <p:nvPr/>
        </p:nvSpPr>
        <p:spPr>
          <a:xfrm>
            <a:off x="911460" y="3833484"/>
            <a:ext cx="116667" cy="11660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A22"/>
            </a:solidFill>
          </a:ln>
        </p:spPr>
        <p:txBody>
          <a:bodyPr/>
          <a:lstStyle/>
          <a:p/>
        </p:txBody>
      </p:sp>
      <p:sp>
        <p:nvSpPr>
          <p:cNvPr id="60" name="Ellipse 60"/>
          <p:cNvSpPr/>
          <p:nvPr/>
        </p:nvSpPr>
        <p:spPr>
          <a:xfrm>
            <a:off x="867710" y="3935515"/>
            <a:ext cx="204167" cy="131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A22"/>
            </a:solidFill>
          </a:ln>
        </p:spPr>
        <p:txBody>
          <a:bodyPr/>
          <a:lstStyle/>
          <a:p/>
        </p:txBody>
      </p:sp>
      <p:sp>
        <p:nvSpPr>
          <p:cNvPr id="61" name="Line 61"/>
          <p:cNvSpPr/>
          <p:nvPr/>
        </p:nvSpPr>
        <p:spPr>
          <a:xfrm>
            <a:off x="4367719" y="2579949"/>
            <a:ext cx="138542" cy="131184"/>
          </a:xfrm>
          <a:prstGeom prst="line">
            <a:avLst/>
          </a:prstGeom>
          <a:noFill/>
          <a:ln w="63500">
            <a:solidFill>
              <a:srgbClr val="2E6B35"/>
            </a:solidFill>
          </a:ln>
        </p:spPr>
        <p:txBody>
          <a:bodyPr/>
          <a:lstStyle/>
          <a:p/>
        </p:txBody>
      </p:sp>
      <p:sp>
        <p:nvSpPr>
          <p:cNvPr id="62" name="Line 62"/>
          <p:cNvSpPr/>
          <p:nvPr/>
        </p:nvSpPr>
        <p:spPr>
          <a:xfrm flipH="1">
            <a:off x="4375010" y="2711133"/>
            <a:ext cx="131250" cy="123896"/>
          </a:xfrm>
          <a:prstGeom prst="line">
            <a:avLst/>
          </a:prstGeom>
          <a:noFill/>
          <a:ln w="63500">
            <a:solidFill>
              <a:srgbClr val="2E6B35"/>
            </a:solidFill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4550011" y="2813165"/>
            <a:ext cx="153125" cy="0"/>
          </a:xfrm>
          <a:prstGeom prst="line">
            <a:avLst/>
          </a:prstGeom>
          <a:noFill/>
          <a:ln w="50800">
            <a:solidFill>
              <a:srgbClr val="2E6B35"/>
            </a:solidFill>
          </a:ln>
        </p:spPr>
        <p:txBody>
          <a:bodyPr/>
          <a:lstStyle/>
          <a:p/>
        </p:txBody>
      </p:sp>
      <p:sp>
        <p:nvSpPr>
          <p:cNvPr id="64" name="Line 64"/>
          <p:cNvSpPr/>
          <p:nvPr/>
        </p:nvSpPr>
        <p:spPr>
          <a:xfrm>
            <a:off x="7802102" y="2565373"/>
            <a:ext cx="29167" cy="94744"/>
          </a:xfrm>
          <a:prstGeom prst="line">
            <a:avLst/>
          </a:prstGeom>
          <a:noFill/>
          <a:ln w="38100">
            <a:solidFill>
              <a:srgbClr val="2E6B35"/>
            </a:solidFill>
          </a:ln>
        </p:spPr>
        <p:txBody>
          <a:bodyPr/>
          <a:lstStyle/>
          <a:p/>
        </p:txBody>
      </p:sp>
      <p:sp>
        <p:nvSpPr>
          <p:cNvPr id="65" name="Line 65"/>
          <p:cNvSpPr/>
          <p:nvPr/>
        </p:nvSpPr>
        <p:spPr>
          <a:xfrm>
            <a:off x="7904185" y="2550797"/>
            <a:ext cx="14583" cy="123896"/>
          </a:xfrm>
          <a:prstGeom prst="line">
            <a:avLst/>
          </a:prstGeom>
          <a:noFill/>
          <a:ln w="38100">
            <a:solidFill>
              <a:srgbClr val="2E6B35"/>
            </a:solidFill>
          </a:ln>
        </p:spPr>
        <p:txBody>
          <a:bodyPr/>
          <a:lstStyle/>
          <a:p/>
        </p:txBody>
      </p:sp>
      <p:sp>
        <p:nvSpPr>
          <p:cNvPr id="66" name="Line 66"/>
          <p:cNvSpPr/>
          <p:nvPr/>
        </p:nvSpPr>
        <p:spPr>
          <a:xfrm flipH="1">
            <a:off x="7947935" y="2587237"/>
            <a:ext cx="51042" cy="123896"/>
          </a:xfrm>
          <a:prstGeom prst="line">
            <a:avLst/>
          </a:prstGeom>
          <a:noFill/>
          <a:ln w="38100">
            <a:solidFill>
              <a:srgbClr val="2E6B35"/>
            </a:solidFill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9238563" y="2820453"/>
            <a:ext cx="350001" cy="240504"/>
          </a:xfrm>
          <a:prstGeom prst="rect">
            <a:avLst/>
          </a:prstGeom>
          <a:solidFill>
            <a:srgbClr val="FFF3DC"/>
          </a:solidFill>
          <a:ln w="38100">
            <a:solidFill>
              <a:srgbClr val="EE8A25"/>
            </a:solidFill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9253147" y="2754861"/>
            <a:ext cx="196875" cy="102032"/>
          </a:xfrm>
          <a:prstGeom prst="rect">
            <a:avLst/>
          </a:prstGeom>
          <a:solidFill>
            <a:srgbClr val="FFF3DC"/>
          </a:solidFill>
          <a:ln w="38100">
            <a:solidFill>
              <a:srgbClr val="EE8A25"/>
            </a:solidFill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9333355" y="3367052"/>
            <a:ext cx="153125" cy="160336"/>
          </a:xfrm>
          <a:prstGeom prst="rect">
            <a:avLst/>
          </a:prstGeom>
          <a:solidFill>
            <a:srgbClr val="FFFFFF"/>
          </a:solidFill>
          <a:ln w="254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9333355" y="3643996"/>
            <a:ext cx="153125" cy="160336"/>
          </a:xfrm>
          <a:prstGeom prst="rect">
            <a:avLst/>
          </a:prstGeom>
          <a:solidFill>
            <a:srgbClr val="FFFFFF"/>
          </a:solidFill>
          <a:ln w="254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9333355" y="3906363"/>
            <a:ext cx="145834" cy="174912"/>
          </a:xfrm>
          <a:prstGeom prst="rect">
            <a:avLst/>
          </a:prstGeom>
          <a:solidFill>
            <a:srgbClr val="FFFFFF"/>
          </a:solidFill>
          <a:ln w="254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9333355" y="4183307"/>
            <a:ext cx="145834" cy="174912"/>
          </a:xfrm>
          <a:prstGeom prst="rect">
            <a:avLst/>
          </a:prstGeom>
          <a:solidFill>
            <a:srgbClr val="FFFFFF"/>
          </a:solidFill>
          <a:ln w="254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73" name="Line 73"/>
          <p:cNvSpPr/>
          <p:nvPr/>
        </p:nvSpPr>
        <p:spPr>
          <a:xfrm flipV="1">
            <a:off x="5279179" y="4671603"/>
            <a:ext cx="145834" cy="65592"/>
          </a:xfrm>
          <a:prstGeom prst="line">
            <a:avLst/>
          </a:prstGeom>
          <a:noFill/>
          <a:ln w="25400">
            <a:solidFill>
              <a:srgbClr val="55925D"/>
            </a:solidFill>
          </a:ln>
        </p:spPr>
        <p:txBody>
          <a:bodyPr/>
          <a:lstStyle/>
          <a:p/>
        </p:txBody>
      </p:sp>
      <p:sp>
        <p:nvSpPr>
          <p:cNvPr id="74" name="Line 74"/>
          <p:cNvSpPr/>
          <p:nvPr/>
        </p:nvSpPr>
        <p:spPr>
          <a:xfrm flipH="1" flipV="1">
            <a:off x="5425013" y="4671603"/>
            <a:ext cx="131250" cy="65592"/>
          </a:xfrm>
          <a:prstGeom prst="line">
            <a:avLst/>
          </a:prstGeom>
          <a:noFill/>
          <a:ln w="25400">
            <a:solidFill>
              <a:srgbClr val="55925D"/>
            </a:solidFill>
          </a:ln>
        </p:spPr>
        <p:txBody>
          <a:bodyPr/>
          <a:lstStyle/>
          <a:p/>
        </p:txBody>
      </p:sp>
      <p:sp>
        <p:nvSpPr>
          <p:cNvPr id="75" name="Line 75"/>
          <p:cNvSpPr/>
          <p:nvPr/>
        </p:nvSpPr>
        <p:spPr>
          <a:xfrm>
            <a:off x="5425013" y="4671603"/>
            <a:ext cx="0" cy="284232"/>
          </a:xfrm>
          <a:prstGeom prst="line">
            <a:avLst/>
          </a:prstGeom>
          <a:noFill/>
          <a:ln w="25400">
            <a:solidFill>
              <a:srgbClr val="55925D"/>
            </a:solidFill>
          </a:ln>
        </p:spPr>
        <p:txBody>
          <a:bodyPr/>
          <a:lstStyle/>
          <a:p/>
        </p:txBody>
      </p:sp>
      <p:sp>
        <p:nvSpPr>
          <p:cNvPr id="76" name="Ellipse 76"/>
          <p:cNvSpPr/>
          <p:nvPr/>
        </p:nvSpPr>
        <p:spPr>
          <a:xfrm>
            <a:off x="977086" y="2251989"/>
            <a:ext cx="58333" cy="58304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Ellipse 77"/>
          <p:cNvSpPr/>
          <p:nvPr/>
        </p:nvSpPr>
        <p:spPr>
          <a:xfrm>
            <a:off x="1137503" y="2251989"/>
            <a:ext cx="58333" cy="58304"/>
          </a:xfrm>
          <a:prstGeom prst="ellipse">
            <a:avLst/>
          </a:prstGeom>
          <a:solidFill>
            <a:srgbClr val="5865F2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Line 78"/>
          <p:cNvSpPr/>
          <p:nvPr/>
        </p:nvSpPr>
        <p:spPr>
          <a:xfrm>
            <a:off x="9369814" y="3964667"/>
            <a:ext cx="72917" cy="0"/>
          </a:xfrm>
          <a:prstGeom prst="line">
            <a:avLst/>
          </a:prstGeom>
          <a:noFill/>
          <a:ln w="127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79" name="Line 79"/>
          <p:cNvSpPr/>
          <p:nvPr/>
        </p:nvSpPr>
        <p:spPr>
          <a:xfrm>
            <a:off x="9369814" y="4008395"/>
            <a:ext cx="72917" cy="0"/>
          </a:xfrm>
          <a:prstGeom prst="line">
            <a:avLst/>
          </a:prstGeom>
          <a:noFill/>
          <a:ln w="127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80" name="Line 80"/>
          <p:cNvSpPr/>
          <p:nvPr/>
        </p:nvSpPr>
        <p:spPr>
          <a:xfrm>
            <a:off x="9369814" y="4241611"/>
            <a:ext cx="72917" cy="0"/>
          </a:xfrm>
          <a:prstGeom prst="line">
            <a:avLst/>
          </a:prstGeom>
          <a:noFill/>
          <a:ln w="127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81" name="Line 81"/>
          <p:cNvSpPr/>
          <p:nvPr/>
        </p:nvSpPr>
        <p:spPr>
          <a:xfrm>
            <a:off x="9369814" y="4285339"/>
            <a:ext cx="72917" cy="0"/>
          </a:xfrm>
          <a:prstGeom prst="line">
            <a:avLst/>
          </a:prstGeom>
          <a:noFill/>
          <a:ln w="12700">
            <a:solidFill>
              <a:srgbClr val="3E4A59"/>
            </a:solidFill>
          </a:ln>
        </p:spPr>
        <p:txBody>
          <a:bodyPr/>
          <a:lstStyle/>
          <a:p/>
        </p:txBody>
      </p:sp>
      <p:sp>
        <p:nvSpPr>
          <p:cNvPr id="82" name="TextBox 82"/>
          <p:cNvSpPr txBox="1"/>
          <p:nvPr/>
        </p:nvSpPr>
        <p:spPr>
          <a:xfrm>
            <a:off x="4200010" y="400840"/>
            <a:ext cx="3864592" cy="87455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center"/>
            <a:r>
              <a:rPr lang="zh-CN" sz="4500" b="1">
                <a:solidFill>
                  <a:srgbClr val="07295F"/>
                </a:solidFill>
                <a:latin typeface="Songti SC"/>
                <a:ea typeface="Songti SC"/>
                <a:cs typeface="Songti SC"/>
              </a:rPr>
              <a:t>先绑定项目</a:t>
            </a:r>
            <a:endParaRPr lang="zh-CN" sz="4500"/>
          </a:p>
        </p:txBody>
      </p:sp>
      <p:sp>
        <p:nvSpPr>
          <p:cNvPr id="83" name="TextBox 83"/>
          <p:cNvSpPr txBox="1"/>
          <p:nvPr/>
        </p:nvSpPr>
        <p:spPr>
          <a:xfrm>
            <a:off x="1458337" y="2142670"/>
            <a:ext cx="875002" cy="2915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100">
                <a:solidFill>
                  <a:srgbClr val="0756BD"/>
                </a:solidFill>
                <a:latin typeface="Comic Sans MS"/>
                <a:ea typeface="Comic Sans MS"/>
                <a:cs typeface="Comic Sans MS"/>
              </a:rPr>
              <a:t>Discord</a:t>
            </a:r>
            <a:endParaRPr lang="zh-CN" sz="2100"/>
          </a:p>
        </p:txBody>
      </p:sp>
      <p:sp>
        <p:nvSpPr>
          <p:cNvPr id="84" name="TextBox 84"/>
          <p:cNvSpPr txBox="1"/>
          <p:nvPr/>
        </p:nvSpPr>
        <p:spPr>
          <a:xfrm>
            <a:off x="1166669" y="2703845"/>
            <a:ext cx="984377" cy="2915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111111"/>
                </a:solidFill>
                <a:latin typeface="STHeiti"/>
                <a:ea typeface="STHeiti"/>
                <a:cs typeface="STHeiti"/>
              </a:rPr>
              <a:t>api-项目</a:t>
            </a:r>
            <a:endParaRPr lang="zh-CN" sz="1800"/>
          </a:p>
        </p:txBody>
      </p:sp>
      <p:sp>
        <p:nvSpPr>
          <p:cNvPr id="85" name="TextBox 85"/>
          <p:cNvSpPr txBox="1"/>
          <p:nvPr/>
        </p:nvSpPr>
        <p:spPr>
          <a:xfrm>
            <a:off x="1239586" y="3141124"/>
            <a:ext cx="56875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111"/>
                </a:solidFill>
                <a:latin typeface="STHeiti"/>
                <a:ea typeface="STHeiti"/>
                <a:cs typeface="STHeiti"/>
              </a:rPr>
              <a:t>用户A</a:t>
            </a:r>
            <a:endParaRPr lang="zh-CN" sz="1300"/>
          </a:p>
        </p:txBody>
      </p:sp>
      <p:sp>
        <p:nvSpPr>
          <p:cNvPr id="86" name="TextBox 86"/>
          <p:cNvSpPr txBox="1"/>
          <p:nvPr/>
        </p:nvSpPr>
        <p:spPr>
          <a:xfrm>
            <a:off x="1239586" y="3753316"/>
            <a:ext cx="568751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300">
                <a:solidFill>
                  <a:srgbClr val="111111"/>
                </a:solidFill>
                <a:latin typeface="STHeiti"/>
                <a:ea typeface="STHeiti"/>
                <a:cs typeface="STHeiti"/>
              </a:rPr>
              <a:t>用户B</a:t>
            </a:r>
            <a:endParaRPr lang="zh-CN" sz="1300"/>
          </a:p>
        </p:txBody>
      </p:sp>
      <p:sp>
        <p:nvSpPr>
          <p:cNvPr id="87" name="TextBox 87"/>
          <p:cNvSpPr txBox="1"/>
          <p:nvPr/>
        </p:nvSpPr>
        <p:spPr>
          <a:xfrm>
            <a:off x="1604170" y="4299915"/>
            <a:ext cx="510418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6F7780"/>
                </a:solidFill>
                <a:latin typeface="STHeiti"/>
                <a:ea typeface="STHeiti"/>
                <a:cs typeface="STHeiti"/>
              </a:rPr>
              <a:t>···</a:t>
            </a:r>
            <a:endParaRPr lang="zh-CN" sz="1600"/>
          </a:p>
        </p:txBody>
      </p:sp>
      <p:sp>
        <p:nvSpPr>
          <p:cNvPr id="88" name="TextBox 88"/>
          <p:cNvSpPr txBox="1"/>
          <p:nvPr/>
        </p:nvSpPr>
        <p:spPr>
          <a:xfrm>
            <a:off x="1042711" y="4933970"/>
            <a:ext cx="1604170" cy="320672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300">
                <a:solidFill>
                  <a:srgbClr val="0756BD"/>
                </a:solidFill>
                <a:latin typeface="STHeiti"/>
                <a:ea typeface="STHeiti"/>
                <a:cs typeface="STHeiti"/>
              </a:rPr>
              <a:t>Discord 频道</a:t>
            </a:r>
            <a:endParaRPr lang="zh-CN" sz="2300"/>
          </a:p>
        </p:txBody>
      </p:sp>
      <p:sp>
        <p:nvSpPr>
          <p:cNvPr id="89" name="TextBox 89"/>
          <p:cNvSpPr txBox="1"/>
          <p:nvPr/>
        </p:nvSpPr>
        <p:spPr>
          <a:xfrm>
            <a:off x="4921887" y="2550797"/>
            <a:ext cx="1057294" cy="30609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900">
                <a:solidFill>
                  <a:srgbClr val="2E6B35"/>
                </a:solidFill>
                <a:latin typeface="STHeiti"/>
                <a:ea typeface="STHeiti"/>
                <a:cs typeface="STHeiti"/>
              </a:rPr>
              <a:t>绑定命令</a:t>
            </a:r>
            <a:endParaRPr lang="zh-CN" sz="1900"/>
          </a:p>
        </p:txBody>
      </p:sp>
      <p:sp>
        <p:nvSpPr>
          <p:cNvPr id="90" name="TextBox 90"/>
          <p:cNvSpPr txBox="1"/>
          <p:nvPr/>
        </p:nvSpPr>
        <p:spPr>
          <a:xfrm>
            <a:off x="4375010" y="3119260"/>
            <a:ext cx="3791676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0756BD"/>
                </a:solidFill>
                <a:latin typeface="Courier New"/>
                <a:ea typeface="Courier New"/>
                <a:cs typeface="Courier New"/>
              </a:rPr>
              <a:t>!bind</a:t>
            </a:r>
            <a:r>
              <a:rPr lang="zh-CN" sz="18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 api "/path/to/workspaces/api"</a:t>
            </a:r>
            <a:endParaRPr lang="zh-CN" sz="1800"/>
          </a:p>
        </p:txBody>
      </p:sp>
      <p:sp>
        <p:nvSpPr>
          <p:cNvPr id="91" name="TextBox 91"/>
          <p:cNvSpPr txBox="1"/>
          <p:nvPr/>
        </p:nvSpPr>
        <p:spPr>
          <a:xfrm>
            <a:off x="4447927" y="3520100"/>
            <a:ext cx="2406256" cy="29152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800">
                <a:solidFill>
                  <a:srgbClr val="111111"/>
                </a:solidFill>
                <a:latin typeface="Courier New"/>
                <a:ea typeface="Courier New"/>
                <a:cs typeface="Courier New"/>
              </a:rPr>
              <a:t>--engine </a:t>
            </a:r>
            <a:r>
              <a:rPr lang="zh-CN" sz="1800">
                <a:solidFill>
                  <a:srgbClr val="2E6B35"/>
                </a:solidFill>
                <a:latin typeface="Courier New"/>
                <a:ea typeface="Courier New"/>
                <a:cs typeface="Courier New"/>
              </a:rPr>
              <a:t>codex</a:t>
            </a:r>
            <a:endParaRPr lang="zh-CN" sz="1800"/>
          </a:p>
        </p:txBody>
      </p:sp>
      <p:sp>
        <p:nvSpPr>
          <p:cNvPr id="92" name="TextBox 92"/>
          <p:cNvSpPr txBox="1"/>
          <p:nvPr/>
        </p:nvSpPr>
        <p:spPr>
          <a:xfrm>
            <a:off x="3995843" y="4729906"/>
            <a:ext cx="838544" cy="2696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0756BD"/>
                </a:solidFill>
                <a:latin typeface="STHeiti"/>
                <a:ea typeface="STHeiti"/>
                <a:cs typeface="STHeiti"/>
              </a:rPr>
              <a:t>频道绑定</a:t>
            </a:r>
            <a:endParaRPr lang="zh-CN" sz="1600"/>
          </a:p>
        </p:txBody>
      </p:sp>
      <p:sp>
        <p:nvSpPr>
          <p:cNvPr id="93" name="TextBox 93"/>
          <p:cNvSpPr txBox="1"/>
          <p:nvPr/>
        </p:nvSpPr>
        <p:spPr>
          <a:xfrm>
            <a:off x="5731263" y="4715330"/>
            <a:ext cx="1093753" cy="2696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2E6B35"/>
                </a:solidFill>
                <a:latin typeface="STHeiti"/>
                <a:ea typeface="STHeiti"/>
                <a:cs typeface="STHeiti"/>
              </a:rPr>
              <a:t>默认 Codex</a:t>
            </a:r>
            <a:endParaRPr lang="zh-CN" sz="1600"/>
          </a:p>
        </p:txBody>
      </p:sp>
      <p:sp>
        <p:nvSpPr>
          <p:cNvPr id="94" name="TextBox 94"/>
          <p:cNvSpPr txBox="1"/>
          <p:nvPr/>
        </p:nvSpPr>
        <p:spPr>
          <a:xfrm>
            <a:off x="7670851" y="4722618"/>
            <a:ext cx="802085" cy="26965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D95F04"/>
                </a:solidFill>
                <a:latin typeface="STHeiti"/>
                <a:ea typeface="STHeiti"/>
                <a:cs typeface="STHeiti"/>
              </a:rPr>
              <a:t>工作目录</a:t>
            </a:r>
            <a:endParaRPr lang="zh-CN" sz="1600"/>
          </a:p>
        </p:txBody>
      </p:sp>
      <p:sp>
        <p:nvSpPr>
          <p:cNvPr id="95" name="TextBox 95"/>
          <p:cNvSpPr txBox="1"/>
          <p:nvPr/>
        </p:nvSpPr>
        <p:spPr>
          <a:xfrm>
            <a:off x="9260438" y="2346733"/>
            <a:ext cx="1385420" cy="255080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111111"/>
                </a:solidFill>
                <a:latin typeface="STHeiti"/>
                <a:ea typeface="STHeiti"/>
                <a:cs typeface="STHeiti"/>
              </a:rPr>
              <a:t>本机项目目录</a:t>
            </a:r>
            <a:endParaRPr lang="zh-CN" sz="1600"/>
          </a:p>
        </p:txBody>
      </p:sp>
      <p:sp>
        <p:nvSpPr>
          <p:cNvPr id="96" name="TextBox 96"/>
          <p:cNvSpPr txBox="1"/>
          <p:nvPr/>
        </p:nvSpPr>
        <p:spPr>
          <a:xfrm>
            <a:off x="9756273" y="2754861"/>
            <a:ext cx="437501" cy="233216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600">
                <a:solidFill>
                  <a:srgbClr val="111111"/>
                </a:solidFill>
                <a:latin typeface="STHeiti"/>
                <a:ea typeface="STHeiti"/>
                <a:cs typeface="STHeiti"/>
              </a:rPr>
              <a:t>api</a:t>
            </a:r>
            <a:endParaRPr lang="zh-CN" sz="1600"/>
          </a:p>
        </p:txBody>
      </p:sp>
      <p:sp>
        <p:nvSpPr>
          <p:cNvPr id="97" name="TextBox 97"/>
          <p:cNvSpPr txBox="1"/>
          <p:nvPr/>
        </p:nvSpPr>
        <p:spPr>
          <a:xfrm>
            <a:off x="9756273" y="3046380"/>
            <a:ext cx="1750004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 i="1">
                <a:solidFill>
                  <a:srgbClr val="111111"/>
                </a:solidFill>
                <a:latin typeface="Arial"/>
                <a:ea typeface="Arial"/>
                <a:cs typeface="Arial"/>
              </a:rPr>
              <a:t>/path/to/workspaces/api</a:t>
            </a:r>
            <a:endParaRPr lang="zh-CN" sz="1100"/>
          </a:p>
        </p:txBody>
      </p:sp>
      <p:sp>
        <p:nvSpPr>
          <p:cNvPr id="98" name="TextBox 98"/>
          <p:cNvSpPr txBox="1"/>
          <p:nvPr/>
        </p:nvSpPr>
        <p:spPr>
          <a:xfrm>
            <a:off x="9603147" y="3396204"/>
            <a:ext cx="510418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2B2F36"/>
                </a:solidFill>
                <a:latin typeface="Arial"/>
                <a:ea typeface="Arial"/>
                <a:cs typeface="Arial"/>
              </a:rPr>
              <a:t>src/</a:t>
            </a:r>
            <a:endParaRPr lang="zh-CN" sz="1100"/>
          </a:p>
        </p:txBody>
      </p:sp>
      <p:sp>
        <p:nvSpPr>
          <p:cNvPr id="99" name="TextBox 99"/>
          <p:cNvSpPr txBox="1"/>
          <p:nvPr/>
        </p:nvSpPr>
        <p:spPr>
          <a:xfrm>
            <a:off x="9603147" y="3673148"/>
            <a:ext cx="583335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2B2F36"/>
                </a:solidFill>
                <a:latin typeface="Arial"/>
                <a:ea typeface="Arial"/>
                <a:cs typeface="Arial"/>
              </a:rPr>
              <a:t>tests/</a:t>
            </a:r>
            <a:endParaRPr lang="zh-CN" sz="1100"/>
          </a:p>
        </p:txBody>
      </p:sp>
      <p:sp>
        <p:nvSpPr>
          <p:cNvPr id="100" name="TextBox 100"/>
          <p:cNvSpPr txBox="1"/>
          <p:nvPr/>
        </p:nvSpPr>
        <p:spPr>
          <a:xfrm>
            <a:off x="9603147" y="3950091"/>
            <a:ext cx="947919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2B2F36"/>
                </a:solidFill>
                <a:latin typeface="Arial"/>
                <a:ea typeface="Arial"/>
                <a:cs typeface="Arial"/>
              </a:rPr>
              <a:t>README.md</a:t>
            </a:r>
            <a:endParaRPr lang="zh-CN" sz="1100"/>
          </a:p>
        </p:txBody>
      </p:sp>
      <p:sp>
        <p:nvSpPr>
          <p:cNvPr id="101" name="TextBox 101"/>
          <p:cNvSpPr txBox="1"/>
          <p:nvPr/>
        </p:nvSpPr>
        <p:spPr>
          <a:xfrm>
            <a:off x="9603147" y="4227035"/>
            <a:ext cx="1093753" cy="189488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100">
                <a:solidFill>
                  <a:srgbClr val="2B2F36"/>
                </a:solidFill>
                <a:latin typeface="Arial"/>
                <a:ea typeface="Arial"/>
                <a:cs typeface="Arial"/>
              </a:rPr>
              <a:t>pyproject.toml</a:t>
            </a:r>
            <a:endParaRPr lang="zh-CN" sz="1100"/>
          </a:p>
        </p:txBody>
      </p:sp>
      <p:sp>
        <p:nvSpPr>
          <p:cNvPr id="102" name="TextBox 102"/>
          <p:cNvSpPr txBox="1"/>
          <p:nvPr/>
        </p:nvSpPr>
        <p:spPr>
          <a:xfrm>
            <a:off x="9945857" y="4474827"/>
            <a:ext cx="473959" cy="20406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1700">
                <a:solidFill>
                  <a:srgbClr val="111111"/>
                </a:solidFill>
                <a:latin typeface="Arial"/>
                <a:ea typeface="Arial"/>
                <a:cs typeface="Arial"/>
              </a:rPr>
              <a:t>…</a:t>
            </a:r>
            <a:endParaRPr lang="zh-CN" sz="1700"/>
          </a:p>
        </p:txBody>
      </p:sp>
      <p:sp>
        <p:nvSpPr>
          <p:cNvPr id="103" name="TextBox 103"/>
          <p:cNvSpPr txBox="1"/>
          <p:nvPr/>
        </p:nvSpPr>
        <p:spPr>
          <a:xfrm>
            <a:off x="9326063" y="4919394"/>
            <a:ext cx="1895838" cy="349824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000">
                <a:solidFill>
                  <a:srgbClr val="D95F04"/>
                </a:solidFill>
                <a:latin typeface="STHeiti"/>
                <a:ea typeface="STHeiti"/>
                <a:cs typeface="STHeiti"/>
              </a:rPr>
              <a:t>本机项目（工作目录）</a:t>
            </a:r>
            <a:endParaRPr lang="zh-CN" sz="2000"/>
          </a:p>
        </p:txBody>
      </p:sp>
      <p:sp>
        <p:nvSpPr>
          <p:cNvPr id="104" name="TextBox 104"/>
          <p:cNvSpPr txBox="1"/>
          <p:nvPr/>
        </p:nvSpPr>
        <p:spPr>
          <a:xfrm>
            <a:off x="3303133" y="5808529"/>
            <a:ext cx="4447927" cy="43727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400">
                <a:solidFill>
                  <a:srgbClr val="111111"/>
                </a:solidFill>
                <a:latin typeface="STHeiti"/>
                <a:ea typeface="STHeiti"/>
                <a:cs typeface="STHeiti"/>
              </a:rPr>
              <a:t>绑定后，频道就成为这个项目的</a:t>
            </a:r>
            <a:endParaRPr lang="zh-CN" sz="2400"/>
          </a:p>
        </p:txBody>
      </p:sp>
      <p:sp>
        <p:nvSpPr>
          <p:cNvPr id="105" name="TextBox 105"/>
          <p:cNvSpPr txBox="1"/>
          <p:nvPr/>
        </p:nvSpPr>
        <p:spPr>
          <a:xfrm>
            <a:off x="7845852" y="5808529"/>
            <a:ext cx="1385420" cy="43727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400">
                <a:solidFill>
                  <a:srgbClr val="0756BD"/>
                </a:solidFill>
                <a:latin typeface="STHeiti"/>
                <a:ea typeface="STHeiti"/>
                <a:cs typeface="STHeiti"/>
              </a:rPr>
              <a:t>远程入口</a:t>
            </a:r>
            <a:endParaRPr lang="zh-CN" sz="2400"/>
          </a:p>
        </p:txBody>
      </p:sp>
      <p:sp>
        <p:nvSpPr>
          <p:cNvPr id="106" name="TextBox 106"/>
          <p:cNvSpPr txBox="1"/>
          <p:nvPr/>
        </p:nvSpPr>
        <p:spPr>
          <a:xfrm>
            <a:off x="9216688" y="5808529"/>
            <a:ext cx="291667" cy="437279"/>
          </a:xfrm>
          <a:prstGeom prst="rect">
            <a:avLst/>
          </a:prstGeom>
          <a:noFill/>
          <a:ln>
            <a:noFill/>
          </a:ln>
        </p:spPr>
        <p:txBody>
          <a:bodyPr wrap="none" anchor="top" lIns="0" tIns="0" rIns="0" bIns="0">
            <a:noAutofit/>
          </a:bodyPr>
          <a:lstStyle/>
          <a:p>
            <a:pPr algn="left"/>
            <a:r>
              <a:rPr lang="zh-CN" sz="2400">
                <a:solidFill>
                  <a:srgbClr val="111111"/>
                </a:solidFill>
                <a:latin typeface="STHeiti"/>
                <a:ea typeface="STHeiti"/>
                <a:cs typeface="STHeiti"/>
              </a:rPr>
              <a:t>。</a:t>
            </a:r>
            <a:endParaRPr lang="zh-CN" sz="2400"/>
          </a:p>
        </p:txBody>
      </p:sp>
      <p:sp>
        <p:nvSpPr>
          <p:cNvPr id="107" name="Line 107"/>
          <p:cNvSpPr/>
          <p:nvPr/>
        </p:nvSpPr>
        <p:spPr>
          <a:xfrm>
            <a:off x="7926060" y="6231233"/>
            <a:ext cx="1195836" cy="14576"/>
          </a:xfrm>
          <a:prstGeom prst="line">
            <a:avLst/>
          </a:prstGeom>
          <a:noFill/>
          <a:ln w="38100">
            <a:solidFill>
              <a:srgbClr val="2B72C9"/>
            </a:solidFill>
          </a:ln>
        </p:spPr>
        <p:txBody>
          <a:bodyPr/>
          <a:lstStyle/>
          <a:p/>
        </p:txBody>
      </p:sp>
      <p:sp>
        <p:nvSpPr>
          <p:cNvPr id="108" name="Line 108"/>
          <p:cNvSpPr/>
          <p:nvPr/>
        </p:nvSpPr>
        <p:spPr>
          <a:xfrm flipV="1">
            <a:off x="7802102" y="6253097"/>
            <a:ext cx="1677087" cy="72880"/>
          </a:xfrm>
          <a:prstGeom prst="line">
            <a:avLst/>
          </a:prstGeom>
          <a:noFill/>
          <a:ln w="25400">
            <a:solidFill>
              <a:srgbClr val="2B72C9"/>
            </a:solidFill>
          </a:ln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