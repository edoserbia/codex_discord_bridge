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9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568751" y="1778270"/>
            <a:ext cx="2800007" cy="969303"/>
          </a:xfrm>
          <a:prstGeom prst="roundRect">
            <a:avLst>
              <a:gd name="adj" fmla="val 15038"/>
            </a:avLst>
          </a:prstGeom>
          <a:solidFill>
            <a:srgbClr val="FFFFFF"/>
          </a:solidFill>
          <a:ln w="3175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1268753" y="2864181"/>
            <a:ext cx="2063546" cy="378976"/>
          </a:xfrm>
          <a:prstGeom prst="roundRect">
            <a:avLst>
              <a:gd name="adj" fmla="val 25000"/>
            </a:avLst>
          </a:prstGeom>
          <a:solidFill>
            <a:srgbClr val="F8FBFF"/>
          </a:solidFill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583335" y="3520100"/>
            <a:ext cx="2792715" cy="998455"/>
          </a:xfrm>
          <a:prstGeom prst="roundRect">
            <a:avLst>
              <a:gd name="adj" fmla="val 14599"/>
            </a:avLst>
          </a:prstGeom>
          <a:solidFill>
            <a:srgbClr val="FFFFFF"/>
          </a:solidFill>
          <a:ln w="3175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1268753" y="4649739"/>
            <a:ext cx="2070838" cy="378976"/>
          </a:xfrm>
          <a:prstGeom prst="roundRect">
            <a:avLst>
              <a:gd name="adj" fmla="val 25000"/>
            </a:avLst>
          </a:prstGeom>
          <a:solidFill>
            <a:srgbClr val="F8FFF7"/>
          </a:solidFill>
          <a:ln w="254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2800007" y="5298370"/>
            <a:ext cx="1611462" cy="386264"/>
          </a:xfrm>
          <a:prstGeom prst="roundRect">
            <a:avLst>
              <a:gd name="adj" fmla="val 22642"/>
            </a:avLst>
          </a:prstGeom>
          <a:solidFill>
            <a:srgbClr val="F8FBFF"/>
          </a:solidFill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4907303" y="5298370"/>
            <a:ext cx="1786463" cy="386264"/>
          </a:xfrm>
          <a:prstGeom prst="roundRect">
            <a:avLst>
              <a:gd name="adj" fmla="val 22642"/>
            </a:avLst>
          </a:prstGeom>
          <a:solidFill>
            <a:srgbClr val="F8FFF7"/>
          </a:solidFill>
          <a:ln w="254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4790636" y="1785558"/>
            <a:ext cx="2245839" cy="3177564"/>
          </a:xfrm>
          <a:prstGeom prst="roundRect">
            <a:avLst>
              <a:gd name="adj" fmla="val 6494"/>
            </a:avLst>
          </a:prstGeom>
          <a:solidFill>
            <a:srgbClr val="FCFFFB"/>
          </a:solidFill>
          <a:ln w="3556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7896893" y="1770982"/>
            <a:ext cx="3623967" cy="3367052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 w="33020">
            <a:solidFill>
              <a:srgbClr val="F05A14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7998977" y="2354021"/>
            <a:ext cx="3397925" cy="2405037"/>
          </a:xfrm>
          <a:prstGeom prst="roundRect">
            <a:avLst>
              <a:gd name="adj" fmla="val 3939"/>
            </a:avLst>
          </a:prstGeom>
          <a:solidFill>
            <a:srgbClr val="FFFFFF"/>
          </a:solidFill>
          <a:ln w="17780">
            <a:solidFill>
              <a:srgbClr val="F05A14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7998977" y="4620587"/>
            <a:ext cx="3397925" cy="36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F05A14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7175017" y="5298370"/>
            <a:ext cx="2296880" cy="386264"/>
          </a:xfrm>
          <a:prstGeom prst="roundRect">
            <a:avLst>
              <a:gd name="adj" fmla="val 22642"/>
            </a:avLst>
          </a:prstGeom>
          <a:solidFill>
            <a:srgbClr val="FFFDF9"/>
          </a:solidFill>
          <a:ln w="25400">
            <a:solidFill>
              <a:srgbClr val="F05A14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1560420" y="5895985"/>
            <a:ext cx="9027104" cy="706935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25400">
            <a:solidFill>
              <a:srgbClr val="7BB2FF"/>
            </a:solidFill>
            <a:prstDash val="dash"/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787502" y="1996910"/>
            <a:ext cx="444793" cy="444567"/>
          </a:xfrm>
          <a:prstGeom prst="roundRect">
            <a:avLst>
              <a:gd name="adj" fmla="val 14754"/>
            </a:avLst>
          </a:prstGeom>
          <a:solidFill>
            <a:srgbClr val="F8FBFF"/>
          </a:solidFill>
          <a:ln w="3175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 flipV="1">
            <a:off x="2778132" y="2747573"/>
            <a:ext cx="58333" cy="123896"/>
          </a:xfrm>
          <a:prstGeom prst="line">
            <a:avLst/>
          </a:prstGeom>
          <a:noFill/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>
            <a:off x="2836465" y="2747573"/>
            <a:ext cx="58333" cy="123896"/>
          </a:xfrm>
          <a:prstGeom prst="line">
            <a:avLst/>
          </a:prstGeom>
          <a:noFill/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772918" y="3731452"/>
            <a:ext cx="444793" cy="444567"/>
          </a:xfrm>
          <a:prstGeom prst="roundRect">
            <a:avLst>
              <a:gd name="adj" fmla="val 14754"/>
            </a:avLst>
          </a:prstGeom>
          <a:solidFill>
            <a:srgbClr val="F8FFF7"/>
          </a:solidFill>
          <a:ln w="3175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 flipV="1">
            <a:off x="2778132" y="4518555"/>
            <a:ext cx="58333" cy="131184"/>
          </a:xfrm>
          <a:prstGeom prst="line">
            <a:avLst/>
          </a:prstGeom>
          <a:noFill/>
          <a:ln w="254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>
            <a:off x="2836465" y="4518555"/>
            <a:ext cx="58333" cy="131184"/>
          </a:xfrm>
          <a:prstGeom prst="line">
            <a:avLst/>
          </a:prstGeom>
          <a:noFill/>
          <a:ln w="254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3018757" y="5385826"/>
            <a:ext cx="262501" cy="211352"/>
          </a:xfrm>
          <a:prstGeom prst="roundRect">
            <a:avLst>
              <a:gd name="adj" fmla="val 17241"/>
            </a:avLst>
          </a:prstGeom>
          <a:noFill/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8531270" y="3017228"/>
            <a:ext cx="2712506" cy="1508614"/>
          </a:xfrm>
          <a:prstGeom prst="roundRect">
            <a:avLst>
              <a:gd name="adj" fmla="val 3865"/>
            </a:avLst>
          </a:prstGeom>
          <a:solidFill>
            <a:srgbClr val="FAFBFE"/>
          </a:solidFill>
          <a:ln w="20320">
            <a:solidFill>
              <a:srgbClr val="A9B3C3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3150007" y="1100487"/>
            <a:ext cx="5782305" cy="0"/>
          </a:xfrm>
          <a:prstGeom prst="line">
            <a:avLst/>
          </a:prstGeom>
          <a:noFill/>
          <a:ln w="381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 flipV="1">
            <a:off x="3682300" y="1034895"/>
            <a:ext cx="4921887" cy="160336"/>
          </a:xfrm>
          <a:prstGeom prst="line">
            <a:avLst/>
          </a:prstGeom>
          <a:noFill/>
          <a:ln w="381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2902090" y="313384"/>
            <a:ext cx="51042" cy="160336"/>
          </a:xfrm>
          <a:prstGeom prst="line">
            <a:avLst/>
          </a:prstGeom>
          <a:noFill/>
          <a:ln w="381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2953132" y="473719"/>
            <a:ext cx="109375" cy="51016"/>
          </a:xfrm>
          <a:prstGeom prst="line">
            <a:avLst/>
          </a:prstGeom>
          <a:noFill/>
          <a:ln w="381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 flipH="1">
            <a:off x="2953132" y="524735"/>
            <a:ext cx="109375" cy="58304"/>
          </a:xfrm>
          <a:prstGeom prst="line">
            <a:avLst/>
          </a:prstGeom>
          <a:noFill/>
          <a:ln w="381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 flipH="1">
            <a:off x="2872923" y="583039"/>
            <a:ext cx="80209" cy="167624"/>
          </a:xfrm>
          <a:prstGeom prst="line">
            <a:avLst/>
          </a:prstGeom>
          <a:noFill/>
          <a:ln w="381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 flipH="1" flipV="1">
            <a:off x="2814590" y="575751"/>
            <a:ext cx="58333" cy="174912"/>
          </a:xfrm>
          <a:prstGeom prst="line">
            <a:avLst/>
          </a:prstGeom>
          <a:noFill/>
          <a:ln w="381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 flipH="1" flipV="1">
            <a:off x="2712506" y="524735"/>
            <a:ext cx="102084" cy="51016"/>
          </a:xfrm>
          <a:prstGeom prst="line">
            <a:avLst/>
          </a:prstGeom>
          <a:noFill/>
          <a:ln w="381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 flipV="1">
            <a:off x="2712506" y="473719"/>
            <a:ext cx="116667" cy="51016"/>
          </a:xfrm>
          <a:prstGeom prst="line">
            <a:avLst/>
          </a:prstGeom>
          <a:noFill/>
          <a:ln w="381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 flipV="1">
            <a:off x="2829173" y="313384"/>
            <a:ext cx="72917" cy="160336"/>
          </a:xfrm>
          <a:prstGeom prst="line">
            <a:avLst/>
          </a:prstGeom>
          <a:noFill/>
          <a:ln w="381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2916673" y="757951"/>
            <a:ext cx="131250" cy="29152"/>
          </a:xfrm>
          <a:prstGeom prst="line">
            <a:avLst/>
          </a:prstGeom>
          <a:noFill/>
          <a:ln w="381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2902090" y="867271"/>
            <a:ext cx="123959" cy="29152"/>
          </a:xfrm>
          <a:prstGeom prst="line">
            <a:avLst/>
          </a:prstGeom>
          <a:noFill/>
          <a:ln w="381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 flipV="1">
            <a:off x="9092730" y="218640"/>
            <a:ext cx="160417" cy="196776"/>
          </a:xfrm>
          <a:prstGeom prst="line">
            <a:avLst/>
          </a:prstGeom>
          <a:noFill/>
          <a:ln w="508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 flipV="1">
            <a:off x="9289605" y="437279"/>
            <a:ext cx="189584" cy="109320"/>
          </a:xfrm>
          <a:prstGeom prst="line">
            <a:avLst/>
          </a:prstGeom>
          <a:noFill/>
          <a:ln w="508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9238563" y="677783"/>
            <a:ext cx="182292" cy="102032"/>
          </a:xfrm>
          <a:prstGeom prst="line">
            <a:avLst/>
          </a:prstGeom>
          <a:noFill/>
          <a:ln w="508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 flipV="1">
            <a:off x="3055215" y="5465994"/>
            <a:ext cx="80209" cy="87456"/>
          </a:xfrm>
          <a:prstGeom prst="line">
            <a:avLst/>
          </a:prstGeom>
          <a:noFill/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3135424" y="5465994"/>
            <a:ext cx="65625" cy="65592"/>
          </a:xfrm>
          <a:prstGeom prst="line">
            <a:avLst/>
          </a:prstGeom>
          <a:noFill/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 flipV="1">
            <a:off x="3201049" y="5451418"/>
            <a:ext cx="58333" cy="80168"/>
          </a:xfrm>
          <a:prstGeom prst="line">
            <a:avLst/>
          </a:prstGeom>
          <a:noFill/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41" name="Ellipse 41"/>
          <p:cNvSpPr/>
          <p:nvPr/>
        </p:nvSpPr>
        <p:spPr>
          <a:xfrm>
            <a:off x="3208341" y="5414978"/>
            <a:ext cx="36458" cy="36440"/>
          </a:xfrm>
          <a:prstGeom prst="ellipse">
            <a:avLst/>
          </a:prstGeom>
          <a:solidFill>
            <a:srgbClr val="1F67D8"/>
          </a:solidFill>
          <a:ln w="127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 flipV="1">
            <a:off x="5111470" y="5371250"/>
            <a:ext cx="175000" cy="174912"/>
          </a:xfrm>
          <a:prstGeom prst="line">
            <a:avLst/>
          </a:prstGeom>
          <a:noFill/>
          <a:ln w="508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 flipV="1">
            <a:off x="5169804" y="5429554"/>
            <a:ext cx="175000" cy="174912"/>
          </a:xfrm>
          <a:prstGeom prst="line">
            <a:avLst/>
          </a:prstGeom>
          <a:noFill/>
          <a:ln w="508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 flipV="1">
            <a:off x="5293762" y="5342098"/>
            <a:ext cx="87500" cy="29152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5082304" y="5582601"/>
            <a:ext cx="0" cy="65592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46" name="Ellipse 46"/>
          <p:cNvSpPr/>
          <p:nvPr/>
        </p:nvSpPr>
        <p:spPr>
          <a:xfrm>
            <a:off x="8071894" y="1887590"/>
            <a:ext cx="371876" cy="371688"/>
          </a:xfrm>
          <a:prstGeom prst="ellipse">
            <a:avLst/>
          </a:prstGeom>
          <a:solidFill>
            <a:srgbClr val="5865F2"/>
          </a:solidFill>
          <a:ln w="25400">
            <a:solidFill>
              <a:srgbClr val="5865F2"/>
            </a:solidFill>
          </a:ln>
        </p:spPr>
        <p:txBody>
          <a:bodyPr/>
          <a:lstStyle/>
          <a:p/>
        </p:txBody>
      </p:sp>
      <p:sp>
        <p:nvSpPr>
          <p:cNvPr id="47" name="Ellipse 47"/>
          <p:cNvSpPr/>
          <p:nvPr/>
        </p:nvSpPr>
        <p:spPr>
          <a:xfrm>
            <a:off x="8137519" y="2477917"/>
            <a:ext cx="277084" cy="276944"/>
          </a:xfrm>
          <a:prstGeom prst="ellipse">
            <a:avLst/>
          </a:prstGeom>
          <a:solidFill>
            <a:srgbClr val="5EA75D"/>
          </a:solidFill>
          <a:ln w="1905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48" name="Roundrect 48"/>
          <p:cNvSpPr/>
          <p:nvPr/>
        </p:nvSpPr>
        <p:spPr>
          <a:xfrm>
            <a:off x="8983354" y="2507069"/>
            <a:ext cx="284376" cy="138472"/>
          </a:xfrm>
          <a:prstGeom prst="roundRect">
            <a:avLst>
              <a:gd name="adj" fmla="val 21053"/>
            </a:avLst>
          </a:prstGeom>
          <a:solidFill>
            <a:srgbClr val="5865F2"/>
          </a:solidFill>
          <a:ln w="12700">
            <a:solidFill>
              <a:srgbClr val="5865F2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 flipV="1">
            <a:off x="7408351" y="5356674"/>
            <a:ext cx="196875" cy="196776"/>
          </a:xfrm>
          <a:prstGeom prst="line">
            <a:avLst/>
          </a:prstGeom>
          <a:noFill/>
          <a:ln w="50800">
            <a:solidFill>
              <a:srgbClr val="F05A14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 flipV="1">
            <a:off x="7357309" y="5305658"/>
            <a:ext cx="196875" cy="196776"/>
          </a:xfrm>
          <a:prstGeom prst="line">
            <a:avLst/>
          </a:prstGeom>
          <a:noFill/>
          <a:ln w="50800">
            <a:solidFill>
              <a:srgbClr val="F05A14"/>
            </a:solidFill>
          </a:ln>
        </p:spPr>
        <p:txBody>
          <a:bodyPr/>
          <a:lstStyle/>
          <a:p/>
        </p:txBody>
      </p:sp>
      <p:sp>
        <p:nvSpPr>
          <p:cNvPr id="51" name="Ellipse 51"/>
          <p:cNvSpPr/>
          <p:nvPr/>
        </p:nvSpPr>
        <p:spPr>
          <a:xfrm>
            <a:off x="1873963" y="6070897"/>
            <a:ext cx="277084" cy="276944"/>
          </a:xfrm>
          <a:prstGeom prst="ellipse">
            <a:avLst/>
          </a:prstGeom>
          <a:solidFill>
            <a:srgbClr val="F8FBFF"/>
          </a:solidFill>
          <a:ln w="2794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1954171" y="6347841"/>
            <a:ext cx="123959" cy="116608"/>
          </a:xfrm>
          <a:prstGeom prst="rect">
            <a:avLst/>
          </a:prstGeom>
          <a:solidFill>
            <a:srgbClr val="F8FBFF"/>
          </a:solidFill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1079169" y="3818908"/>
            <a:ext cx="0" cy="0"/>
          </a:xfrm>
          <a:prstGeom prst="line">
            <a:avLst/>
          </a:prstGeom>
          <a:noFill/>
          <a:ln w="635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54" name="Ellipse 54"/>
          <p:cNvSpPr/>
          <p:nvPr/>
        </p:nvSpPr>
        <p:spPr>
          <a:xfrm>
            <a:off x="1050002" y="3789756"/>
            <a:ext cx="58333" cy="58304"/>
          </a:xfrm>
          <a:prstGeom prst="ellipse">
            <a:avLst/>
          </a:prstGeom>
          <a:solidFill>
            <a:srgbClr val="2A7030"/>
          </a:solidFill>
          <a:ln w="127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 flipV="1">
            <a:off x="823960" y="3928227"/>
            <a:ext cx="138542" cy="167624"/>
          </a:xfrm>
          <a:prstGeom prst="line">
            <a:avLst/>
          </a:prstGeom>
          <a:noFill/>
          <a:ln w="508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>
            <a:off x="962502" y="3928227"/>
            <a:ext cx="109375" cy="131184"/>
          </a:xfrm>
          <a:prstGeom prst="line">
            <a:avLst/>
          </a:prstGeom>
          <a:noFill/>
          <a:ln w="508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 flipV="1">
            <a:off x="1071878" y="3971955"/>
            <a:ext cx="87500" cy="87456"/>
          </a:xfrm>
          <a:prstGeom prst="line">
            <a:avLst/>
          </a:prstGeom>
          <a:noFill/>
          <a:ln w="508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>
            <a:off x="838544" y="4095851"/>
            <a:ext cx="313542" cy="0"/>
          </a:xfrm>
          <a:prstGeom prst="line">
            <a:avLst/>
          </a:prstGeom>
          <a:noFill/>
          <a:ln w="508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 flipV="1">
            <a:off x="5548971" y="1989622"/>
            <a:ext cx="350001" cy="182200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>
            <a:off x="5898972" y="1989622"/>
            <a:ext cx="350001" cy="182200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6248973" y="2171821"/>
            <a:ext cx="0" cy="378976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 flipH="1">
            <a:off x="5898972" y="2550797"/>
            <a:ext cx="350001" cy="204064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 flipH="1" flipV="1">
            <a:off x="5541680" y="2558085"/>
            <a:ext cx="357293" cy="196776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 flipV="1">
            <a:off x="5541680" y="2171821"/>
            <a:ext cx="7292" cy="386264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>
            <a:off x="5898972" y="2375885"/>
            <a:ext cx="0" cy="378976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 flipH="1" flipV="1">
            <a:off x="5548971" y="2171821"/>
            <a:ext cx="350001" cy="204064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 flipV="1">
            <a:off x="5898972" y="2171821"/>
            <a:ext cx="350001" cy="204064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>
            <a:off x="5191679" y="2266565"/>
            <a:ext cx="87500" cy="80168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>
            <a:off x="5147929" y="2419613"/>
            <a:ext cx="109375" cy="29152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 flipV="1">
            <a:off x="5191679" y="2521645"/>
            <a:ext cx="87500" cy="58304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 flipH="1">
            <a:off x="6518765" y="2266565"/>
            <a:ext cx="80209" cy="80168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 flipH="1">
            <a:off x="6533349" y="2426901"/>
            <a:ext cx="109375" cy="21864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 flipH="1" flipV="1">
            <a:off x="6518765" y="2521645"/>
            <a:ext cx="87500" cy="58304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 flipV="1">
            <a:off x="5563555" y="3053668"/>
            <a:ext cx="809377" cy="21864"/>
          </a:xfrm>
          <a:prstGeom prst="line">
            <a:avLst/>
          </a:prstGeom>
          <a:noFill/>
          <a:ln w="254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>
            <a:off x="4980220" y="3695012"/>
            <a:ext cx="1866671" cy="0"/>
          </a:xfrm>
          <a:prstGeom prst="line">
            <a:avLst/>
          </a:prstGeom>
          <a:noFill/>
          <a:ln w="25400">
            <a:solidFill>
              <a:srgbClr val="2A7030"/>
            </a:solidFill>
            <a:prstDash val="dash"/>
          </a:ln>
        </p:spPr>
        <p:txBody>
          <a:bodyPr/>
          <a:lstStyle/>
          <a:p/>
        </p:txBody>
      </p:sp>
      <p:sp>
        <p:nvSpPr>
          <p:cNvPr id="76" name="Ellipse 76"/>
          <p:cNvSpPr/>
          <p:nvPr/>
        </p:nvSpPr>
        <p:spPr>
          <a:xfrm>
            <a:off x="5016678" y="3855348"/>
            <a:ext cx="196875" cy="19677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77" name="Ellipse 77"/>
          <p:cNvSpPr/>
          <p:nvPr/>
        </p:nvSpPr>
        <p:spPr>
          <a:xfrm>
            <a:off x="5016678" y="4183307"/>
            <a:ext cx="196875" cy="19677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78" name="Ellipse 78"/>
          <p:cNvSpPr/>
          <p:nvPr/>
        </p:nvSpPr>
        <p:spPr>
          <a:xfrm>
            <a:off x="5016678" y="4518555"/>
            <a:ext cx="196875" cy="19677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79" name="Ellipse 79"/>
          <p:cNvSpPr/>
          <p:nvPr/>
        </p:nvSpPr>
        <p:spPr>
          <a:xfrm>
            <a:off x="8188561" y="2040638"/>
            <a:ext cx="43750" cy="58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0" name="Ellipse 80"/>
          <p:cNvSpPr/>
          <p:nvPr/>
        </p:nvSpPr>
        <p:spPr>
          <a:xfrm>
            <a:off x="8297936" y="2040638"/>
            <a:ext cx="43750" cy="58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>
            <a:off x="8188561" y="2157245"/>
            <a:ext cx="160417" cy="0"/>
          </a:xfrm>
          <a:prstGeom prst="line">
            <a:avLst/>
          </a:prstGeom>
          <a:noFill/>
          <a:ln w="381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2" name="Ellipse 82"/>
          <p:cNvSpPr/>
          <p:nvPr/>
        </p:nvSpPr>
        <p:spPr>
          <a:xfrm>
            <a:off x="8203144" y="2543509"/>
            <a:ext cx="145834" cy="14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3" name="Line 83"/>
          <p:cNvSpPr/>
          <p:nvPr/>
        </p:nvSpPr>
        <p:spPr>
          <a:xfrm>
            <a:off x="8319811" y="2660117"/>
            <a:ext cx="51042" cy="36440"/>
          </a:xfrm>
          <a:prstGeom prst="line">
            <a:avLst/>
          </a:prstGeom>
          <a:noFill/>
          <a:ln w="254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4" name="Ellipse 84"/>
          <p:cNvSpPr/>
          <p:nvPr/>
        </p:nvSpPr>
        <p:spPr>
          <a:xfrm>
            <a:off x="8698979" y="3432644"/>
            <a:ext cx="116667" cy="116608"/>
          </a:xfrm>
          <a:prstGeom prst="ellips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85" name="Line 85"/>
          <p:cNvSpPr/>
          <p:nvPr/>
        </p:nvSpPr>
        <p:spPr>
          <a:xfrm flipH="1">
            <a:off x="8633354" y="3592980"/>
            <a:ext cx="58333" cy="116608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86" name="Line 86"/>
          <p:cNvSpPr/>
          <p:nvPr/>
        </p:nvSpPr>
        <p:spPr>
          <a:xfrm>
            <a:off x="8815646" y="3592980"/>
            <a:ext cx="58333" cy="116608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87" name="Line 87"/>
          <p:cNvSpPr/>
          <p:nvPr/>
        </p:nvSpPr>
        <p:spPr>
          <a:xfrm>
            <a:off x="8691687" y="3592980"/>
            <a:ext cx="123959" cy="0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88" name="Line 88"/>
          <p:cNvSpPr/>
          <p:nvPr/>
        </p:nvSpPr>
        <p:spPr>
          <a:xfrm>
            <a:off x="8881271" y="3556540"/>
            <a:ext cx="211459" cy="0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89" name="Line 89"/>
          <p:cNvSpPr/>
          <p:nvPr/>
        </p:nvSpPr>
        <p:spPr>
          <a:xfrm flipH="1" flipV="1">
            <a:off x="9034396" y="3512812"/>
            <a:ext cx="58333" cy="43728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 flipH="1">
            <a:off x="9034396" y="3556540"/>
            <a:ext cx="58333" cy="43728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91" name="Rect 91"/>
          <p:cNvSpPr/>
          <p:nvPr/>
        </p:nvSpPr>
        <p:spPr>
          <a:xfrm>
            <a:off x="9151063" y="3432644"/>
            <a:ext cx="262501" cy="204064"/>
          </a:xfrm>
          <a:prstGeom prst="rect">
            <a:avLst/>
          </a:prstGeom>
          <a:solidFill>
            <a:srgbClr val="D8F1FF"/>
          </a:solidFill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92" name="Line 92"/>
          <p:cNvSpPr/>
          <p:nvPr/>
        </p:nvSpPr>
        <p:spPr>
          <a:xfrm>
            <a:off x="9282313" y="3636708"/>
            <a:ext cx="0" cy="72880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>
            <a:off x="9216688" y="3709588"/>
            <a:ext cx="131250" cy="0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94" name="Line 94"/>
          <p:cNvSpPr/>
          <p:nvPr/>
        </p:nvSpPr>
        <p:spPr>
          <a:xfrm>
            <a:off x="9450022" y="3556540"/>
            <a:ext cx="218751" cy="0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95" name="Line 95"/>
          <p:cNvSpPr/>
          <p:nvPr/>
        </p:nvSpPr>
        <p:spPr>
          <a:xfrm flipH="1" flipV="1">
            <a:off x="9610439" y="3512812"/>
            <a:ext cx="58333" cy="43728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96" name="Line 96"/>
          <p:cNvSpPr/>
          <p:nvPr/>
        </p:nvSpPr>
        <p:spPr>
          <a:xfrm flipH="1">
            <a:off x="9610439" y="3556540"/>
            <a:ext cx="58333" cy="43728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97" name="Roundrect 97"/>
          <p:cNvSpPr/>
          <p:nvPr/>
        </p:nvSpPr>
        <p:spPr>
          <a:xfrm>
            <a:off x="9741689" y="3432644"/>
            <a:ext cx="233334" cy="233216"/>
          </a:xfrm>
          <a:prstGeom prst="roundRect">
            <a:avLst>
              <a:gd name="adj" fmla="val 9375"/>
            </a:avLst>
          </a:prstGeom>
          <a:solidFill>
            <a:srgbClr val="F8FBFF"/>
          </a:solidFill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>
            <a:off x="10018773" y="3556540"/>
            <a:ext cx="226042" cy="0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99" name="Line 99"/>
          <p:cNvSpPr/>
          <p:nvPr/>
        </p:nvSpPr>
        <p:spPr>
          <a:xfrm flipH="1" flipV="1">
            <a:off x="10186482" y="3512812"/>
            <a:ext cx="58333" cy="43728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00" name="Line 100"/>
          <p:cNvSpPr/>
          <p:nvPr/>
        </p:nvSpPr>
        <p:spPr>
          <a:xfrm flipH="1">
            <a:off x="10186482" y="3556540"/>
            <a:ext cx="58333" cy="43728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01" name="Ellipse 101"/>
          <p:cNvSpPr/>
          <p:nvPr/>
        </p:nvSpPr>
        <p:spPr>
          <a:xfrm>
            <a:off x="10310441" y="3425356"/>
            <a:ext cx="255209" cy="255080"/>
          </a:xfrm>
          <a:prstGeom prst="ellipse">
            <a:avLst/>
          </a:prstGeom>
          <a:solidFill>
            <a:srgbClr val="F8FBFF"/>
          </a:solidFill>
          <a:ln w="2159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02" name="Line 102"/>
          <p:cNvSpPr/>
          <p:nvPr/>
        </p:nvSpPr>
        <p:spPr>
          <a:xfrm>
            <a:off x="10609400" y="3556540"/>
            <a:ext cx="211459" cy="0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03" name="Line 103"/>
          <p:cNvSpPr/>
          <p:nvPr/>
        </p:nvSpPr>
        <p:spPr>
          <a:xfrm flipH="1" flipV="1">
            <a:off x="10762525" y="3512812"/>
            <a:ext cx="58333" cy="43728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04" name="Line 104"/>
          <p:cNvSpPr/>
          <p:nvPr/>
        </p:nvSpPr>
        <p:spPr>
          <a:xfrm flipH="1">
            <a:off x="10762525" y="3556540"/>
            <a:ext cx="58333" cy="43728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05" name="Rect 105"/>
          <p:cNvSpPr/>
          <p:nvPr/>
        </p:nvSpPr>
        <p:spPr>
          <a:xfrm>
            <a:off x="10886484" y="3483660"/>
            <a:ext cx="211459" cy="196776"/>
          </a:xfrm>
          <a:prstGeom prst="rect">
            <a:avLst/>
          </a:prstGeom>
          <a:solidFill>
            <a:srgbClr val="F8FBFF"/>
          </a:solidFill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06" name="Line 106"/>
          <p:cNvSpPr/>
          <p:nvPr/>
        </p:nvSpPr>
        <p:spPr>
          <a:xfrm flipH="1">
            <a:off x="10208357" y="3702300"/>
            <a:ext cx="226042" cy="349824"/>
          </a:xfrm>
          <a:prstGeom prst="line">
            <a:avLst/>
          </a:prstGeom>
          <a:noFill/>
          <a:ln w="15240">
            <a:solidFill>
              <a:srgbClr val="0B2A62"/>
            </a:solidFill>
            <a:prstDash val="dash"/>
          </a:ln>
        </p:spPr>
        <p:txBody>
          <a:bodyPr/>
          <a:lstStyle/>
          <a:p/>
        </p:txBody>
      </p:sp>
      <p:sp>
        <p:nvSpPr>
          <p:cNvPr id="107" name="Line 107"/>
          <p:cNvSpPr/>
          <p:nvPr/>
        </p:nvSpPr>
        <p:spPr>
          <a:xfrm>
            <a:off x="10434399" y="3702300"/>
            <a:ext cx="313542" cy="349824"/>
          </a:xfrm>
          <a:prstGeom prst="line">
            <a:avLst/>
          </a:prstGeom>
          <a:noFill/>
          <a:ln w="15240">
            <a:solidFill>
              <a:srgbClr val="0B2A62"/>
            </a:solidFill>
            <a:prstDash val="dash"/>
          </a:ln>
        </p:spPr>
        <p:txBody>
          <a:bodyPr/>
          <a:lstStyle/>
          <a:p/>
        </p:txBody>
      </p:sp>
      <p:sp>
        <p:nvSpPr>
          <p:cNvPr id="108" name="Rect 108"/>
          <p:cNvSpPr/>
          <p:nvPr/>
        </p:nvSpPr>
        <p:spPr>
          <a:xfrm>
            <a:off x="10018773" y="4183307"/>
            <a:ext cx="350001" cy="262368"/>
          </a:xfrm>
          <a:prstGeom prst="rect">
            <a:avLst/>
          </a:prstGeom>
          <a:solidFill>
            <a:srgbClr val="F8FBFF"/>
          </a:solidFill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09" name="Rect 109"/>
          <p:cNvSpPr/>
          <p:nvPr/>
        </p:nvSpPr>
        <p:spPr>
          <a:xfrm>
            <a:off x="10580233" y="4183307"/>
            <a:ext cx="422918" cy="262368"/>
          </a:xfrm>
          <a:prstGeom prst="rect">
            <a:avLst/>
          </a:prstGeom>
          <a:solidFill>
            <a:srgbClr val="F8FBFF"/>
          </a:solidFill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10" name="Rect 110"/>
          <p:cNvSpPr/>
          <p:nvPr/>
        </p:nvSpPr>
        <p:spPr>
          <a:xfrm>
            <a:off x="8159394" y="4729906"/>
            <a:ext cx="153125" cy="196776"/>
          </a:xfrm>
          <a:prstGeom prst="rect">
            <a:avLst/>
          </a:prstGeom>
          <a:noFill/>
          <a:ln w="19050">
            <a:solidFill>
              <a:srgbClr val="536B95"/>
            </a:solidFill>
          </a:ln>
        </p:spPr>
        <p:txBody>
          <a:bodyPr/>
          <a:lstStyle/>
          <a:p/>
        </p:txBody>
      </p:sp>
      <p:sp>
        <p:nvSpPr>
          <p:cNvPr id="111" name="Line 111"/>
          <p:cNvSpPr/>
          <p:nvPr/>
        </p:nvSpPr>
        <p:spPr>
          <a:xfrm>
            <a:off x="11141693" y="4737194"/>
            <a:ext cx="0" cy="167624"/>
          </a:xfrm>
          <a:prstGeom prst="line">
            <a:avLst/>
          </a:prstGeom>
          <a:noFill/>
          <a:ln w="25400">
            <a:solidFill>
              <a:srgbClr val="536B95"/>
            </a:solidFill>
          </a:ln>
        </p:spPr>
        <p:txBody>
          <a:bodyPr/>
          <a:lstStyle/>
          <a:p/>
        </p:txBody>
      </p:sp>
      <p:sp>
        <p:nvSpPr>
          <p:cNvPr id="112" name="Line 112"/>
          <p:cNvSpPr/>
          <p:nvPr/>
        </p:nvSpPr>
        <p:spPr>
          <a:xfrm flipH="1" flipV="1">
            <a:off x="11076068" y="4839226"/>
            <a:ext cx="65625" cy="65592"/>
          </a:xfrm>
          <a:prstGeom prst="line">
            <a:avLst/>
          </a:prstGeom>
          <a:noFill/>
          <a:ln w="25400">
            <a:solidFill>
              <a:srgbClr val="536B95"/>
            </a:solidFill>
          </a:ln>
        </p:spPr>
        <p:txBody>
          <a:bodyPr/>
          <a:lstStyle/>
          <a:p/>
        </p:txBody>
      </p:sp>
      <p:sp>
        <p:nvSpPr>
          <p:cNvPr id="113" name="Line 113"/>
          <p:cNvSpPr/>
          <p:nvPr/>
        </p:nvSpPr>
        <p:spPr>
          <a:xfrm flipV="1">
            <a:off x="11141693" y="4839226"/>
            <a:ext cx="65625" cy="65592"/>
          </a:xfrm>
          <a:prstGeom prst="line">
            <a:avLst/>
          </a:prstGeom>
          <a:noFill/>
          <a:ln w="25400">
            <a:solidFill>
              <a:srgbClr val="536B95"/>
            </a:solidFill>
          </a:ln>
        </p:spPr>
        <p:txBody>
          <a:bodyPr/>
          <a:lstStyle/>
          <a:p/>
        </p:txBody>
      </p:sp>
      <p:sp>
        <p:nvSpPr>
          <p:cNvPr id="114" name="Line 114"/>
          <p:cNvSpPr/>
          <p:nvPr/>
        </p:nvSpPr>
        <p:spPr>
          <a:xfrm>
            <a:off x="11076068" y="4933970"/>
            <a:ext cx="131250" cy="0"/>
          </a:xfrm>
          <a:prstGeom prst="line">
            <a:avLst/>
          </a:prstGeom>
          <a:noFill/>
          <a:ln w="25400">
            <a:solidFill>
              <a:srgbClr val="536B95"/>
            </a:solidFill>
          </a:ln>
        </p:spPr>
        <p:txBody>
          <a:bodyPr/>
          <a:lstStyle/>
          <a:p/>
        </p:txBody>
      </p:sp>
      <p:sp>
        <p:nvSpPr>
          <p:cNvPr id="115" name="Line 115"/>
          <p:cNvSpPr/>
          <p:nvPr/>
        </p:nvSpPr>
        <p:spPr>
          <a:xfrm flipV="1">
            <a:off x="7466684" y="5393114"/>
            <a:ext cx="160417" cy="160336"/>
          </a:xfrm>
          <a:prstGeom prst="line">
            <a:avLst/>
          </a:prstGeom>
          <a:noFill/>
          <a:ln w="25400">
            <a:solidFill>
              <a:srgbClr val="F05A14"/>
            </a:solidFill>
          </a:ln>
        </p:spPr>
        <p:txBody>
          <a:bodyPr/>
          <a:lstStyle/>
          <a:p/>
        </p:txBody>
      </p:sp>
      <p:sp>
        <p:nvSpPr>
          <p:cNvPr id="116" name="Line 116"/>
          <p:cNvSpPr/>
          <p:nvPr/>
        </p:nvSpPr>
        <p:spPr>
          <a:xfrm>
            <a:off x="1939588" y="6406145"/>
            <a:ext cx="153125" cy="0"/>
          </a:xfrm>
          <a:prstGeom prst="line">
            <a:avLst/>
          </a:prstGeom>
          <a:noFill/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17" name="Line 117"/>
          <p:cNvSpPr/>
          <p:nvPr/>
        </p:nvSpPr>
        <p:spPr>
          <a:xfrm>
            <a:off x="1968755" y="6464448"/>
            <a:ext cx="102084" cy="0"/>
          </a:xfrm>
          <a:prstGeom prst="line">
            <a:avLst/>
          </a:prstGeom>
          <a:noFill/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18" name="Line 118"/>
          <p:cNvSpPr/>
          <p:nvPr/>
        </p:nvSpPr>
        <p:spPr>
          <a:xfrm flipV="1">
            <a:off x="2012505" y="5888697"/>
            <a:ext cx="0" cy="94744"/>
          </a:xfrm>
          <a:prstGeom prst="line">
            <a:avLst/>
          </a:prstGeom>
          <a:noFill/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19" name="Line 119"/>
          <p:cNvSpPr/>
          <p:nvPr/>
        </p:nvSpPr>
        <p:spPr>
          <a:xfrm flipH="1" flipV="1">
            <a:off x="1742712" y="6005305"/>
            <a:ext cx="80209" cy="51016"/>
          </a:xfrm>
          <a:prstGeom prst="line">
            <a:avLst/>
          </a:prstGeom>
          <a:noFill/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20" name="Line 120"/>
          <p:cNvSpPr/>
          <p:nvPr/>
        </p:nvSpPr>
        <p:spPr>
          <a:xfrm flipV="1">
            <a:off x="2209380" y="6005305"/>
            <a:ext cx="80209" cy="51016"/>
          </a:xfrm>
          <a:prstGeom prst="line">
            <a:avLst/>
          </a:prstGeom>
          <a:noFill/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21" name="Line 121"/>
          <p:cNvSpPr/>
          <p:nvPr/>
        </p:nvSpPr>
        <p:spPr>
          <a:xfrm>
            <a:off x="5067720" y="3957379"/>
            <a:ext cx="36458" cy="43728"/>
          </a:xfrm>
          <a:prstGeom prst="line">
            <a:avLst/>
          </a:prstGeom>
          <a:noFill/>
          <a:ln w="3048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22" name="Line 122"/>
          <p:cNvSpPr/>
          <p:nvPr/>
        </p:nvSpPr>
        <p:spPr>
          <a:xfrm flipV="1">
            <a:off x="5104179" y="3913651"/>
            <a:ext cx="72917" cy="87456"/>
          </a:xfrm>
          <a:prstGeom prst="line">
            <a:avLst/>
          </a:prstGeom>
          <a:noFill/>
          <a:ln w="3048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23" name="Line 123"/>
          <p:cNvSpPr/>
          <p:nvPr/>
        </p:nvSpPr>
        <p:spPr>
          <a:xfrm>
            <a:off x="5067720" y="4285339"/>
            <a:ext cx="36458" cy="43728"/>
          </a:xfrm>
          <a:prstGeom prst="line">
            <a:avLst/>
          </a:prstGeom>
          <a:noFill/>
          <a:ln w="3048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24" name="Line 124"/>
          <p:cNvSpPr/>
          <p:nvPr/>
        </p:nvSpPr>
        <p:spPr>
          <a:xfrm flipV="1">
            <a:off x="5104179" y="4241611"/>
            <a:ext cx="72917" cy="87456"/>
          </a:xfrm>
          <a:prstGeom prst="line">
            <a:avLst/>
          </a:prstGeom>
          <a:noFill/>
          <a:ln w="3048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25" name="Line 125"/>
          <p:cNvSpPr/>
          <p:nvPr/>
        </p:nvSpPr>
        <p:spPr>
          <a:xfrm>
            <a:off x="5067720" y="4620587"/>
            <a:ext cx="36458" cy="43728"/>
          </a:xfrm>
          <a:prstGeom prst="line">
            <a:avLst/>
          </a:prstGeom>
          <a:noFill/>
          <a:ln w="3048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26" name="Line 126"/>
          <p:cNvSpPr/>
          <p:nvPr/>
        </p:nvSpPr>
        <p:spPr>
          <a:xfrm flipV="1">
            <a:off x="5104179" y="4576859"/>
            <a:ext cx="72917" cy="87456"/>
          </a:xfrm>
          <a:prstGeom prst="line">
            <a:avLst/>
          </a:prstGeom>
          <a:noFill/>
          <a:ln w="3048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27" name="Line 127"/>
          <p:cNvSpPr/>
          <p:nvPr/>
        </p:nvSpPr>
        <p:spPr>
          <a:xfrm>
            <a:off x="9858356" y="3476372"/>
            <a:ext cx="65625" cy="80168"/>
          </a:xfrm>
          <a:prstGeom prst="line">
            <a:avLst/>
          </a:prstGeom>
          <a:noFill/>
          <a:ln w="1905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28" name="Line 128"/>
          <p:cNvSpPr/>
          <p:nvPr/>
        </p:nvSpPr>
        <p:spPr>
          <a:xfrm flipH="1">
            <a:off x="9858356" y="3556540"/>
            <a:ext cx="65625" cy="80168"/>
          </a:xfrm>
          <a:prstGeom prst="line">
            <a:avLst/>
          </a:prstGeom>
          <a:noFill/>
          <a:ln w="1905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29" name="Line 129"/>
          <p:cNvSpPr/>
          <p:nvPr/>
        </p:nvSpPr>
        <p:spPr>
          <a:xfrm flipH="1" flipV="1">
            <a:off x="9792731" y="3556540"/>
            <a:ext cx="65625" cy="80168"/>
          </a:xfrm>
          <a:prstGeom prst="line">
            <a:avLst/>
          </a:prstGeom>
          <a:noFill/>
          <a:ln w="1905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30" name="Line 130"/>
          <p:cNvSpPr/>
          <p:nvPr/>
        </p:nvSpPr>
        <p:spPr>
          <a:xfrm flipV="1">
            <a:off x="9792731" y="3476372"/>
            <a:ext cx="65625" cy="80168"/>
          </a:xfrm>
          <a:prstGeom prst="line">
            <a:avLst/>
          </a:prstGeom>
          <a:noFill/>
          <a:ln w="1905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31" name="Ellipse 131"/>
          <p:cNvSpPr/>
          <p:nvPr/>
        </p:nvSpPr>
        <p:spPr>
          <a:xfrm>
            <a:off x="10397941" y="3512812"/>
            <a:ext cx="80209" cy="80168"/>
          </a:xfrm>
          <a:prstGeom prst="ellips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32" name="Line 132"/>
          <p:cNvSpPr/>
          <p:nvPr/>
        </p:nvSpPr>
        <p:spPr>
          <a:xfrm>
            <a:off x="10441691" y="3388916"/>
            <a:ext cx="0" cy="51016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33" name="Line 133"/>
          <p:cNvSpPr/>
          <p:nvPr/>
        </p:nvSpPr>
        <p:spPr>
          <a:xfrm>
            <a:off x="10441691" y="3665860"/>
            <a:ext cx="0" cy="58304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34" name="Line 134"/>
          <p:cNvSpPr/>
          <p:nvPr/>
        </p:nvSpPr>
        <p:spPr>
          <a:xfrm>
            <a:off x="10273982" y="3556540"/>
            <a:ext cx="51042" cy="0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35" name="Line 135"/>
          <p:cNvSpPr/>
          <p:nvPr/>
        </p:nvSpPr>
        <p:spPr>
          <a:xfrm>
            <a:off x="10558358" y="3556540"/>
            <a:ext cx="58333" cy="0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36" name="Line 136"/>
          <p:cNvSpPr/>
          <p:nvPr/>
        </p:nvSpPr>
        <p:spPr>
          <a:xfrm>
            <a:off x="10325024" y="3439932"/>
            <a:ext cx="36458" cy="36440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37" name="Line 137"/>
          <p:cNvSpPr/>
          <p:nvPr/>
        </p:nvSpPr>
        <p:spPr>
          <a:xfrm flipH="1">
            <a:off x="10521900" y="3439932"/>
            <a:ext cx="36458" cy="36440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38" name="Line 138"/>
          <p:cNvSpPr/>
          <p:nvPr/>
        </p:nvSpPr>
        <p:spPr>
          <a:xfrm flipV="1">
            <a:off x="10332316" y="3636708"/>
            <a:ext cx="36458" cy="36440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39" name="Line 139"/>
          <p:cNvSpPr/>
          <p:nvPr/>
        </p:nvSpPr>
        <p:spPr>
          <a:xfrm flipH="1" flipV="1">
            <a:off x="10514608" y="3636708"/>
            <a:ext cx="36458" cy="36440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40" name="Ellipse 140"/>
          <p:cNvSpPr/>
          <p:nvPr/>
        </p:nvSpPr>
        <p:spPr>
          <a:xfrm>
            <a:off x="10886484" y="3425356"/>
            <a:ext cx="211459" cy="102032"/>
          </a:xfrm>
          <a:prstGeom prst="ellipse">
            <a:avLst/>
          </a:prstGeom>
          <a:solidFill>
            <a:srgbClr val="F8FBFF"/>
          </a:solidFill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41" name="Ellipse 141"/>
          <p:cNvSpPr/>
          <p:nvPr/>
        </p:nvSpPr>
        <p:spPr>
          <a:xfrm>
            <a:off x="10886484" y="3629420"/>
            <a:ext cx="211459" cy="102032"/>
          </a:xfrm>
          <a:prstGeom prst="ellips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42" name="Line 142"/>
          <p:cNvSpPr/>
          <p:nvPr/>
        </p:nvSpPr>
        <p:spPr>
          <a:xfrm>
            <a:off x="8254186" y="4729906"/>
            <a:ext cx="58333" cy="58304"/>
          </a:xfrm>
          <a:prstGeom prst="line">
            <a:avLst/>
          </a:prstGeom>
          <a:noFill/>
          <a:ln w="19050">
            <a:solidFill>
              <a:srgbClr val="536B95"/>
            </a:solidFill>
          </a:ln>
        </p:spPr>
        <p:txBody>
          <a:bodyPr/>
          <a:lstStyle/>
          <a:p/>
        </p:txBody>
      </p:sp>
      <p:sp>
        <p:nvSpPr>
          <p:cNvPr id="143" name="Line 143"/>
          <p:cNvSpPr/>
          <p:nvPr/>
        </p:nvSpPr>
        <p:spPr>
          <a:xfrm flipH="1">
            <a:off x="8254186" y="4788210"/>
            <a:ext cx="58333" cy="0"/>
          </a:xfrm>
          <a:prstGeom prst="line">
            <a:avLst/>
          </a:prstGeom>
          <a:noFill/>
          <a:ln w="19050">
            <a:solidFill>
              <a:srgbClr val="536B95"/>
            </a:solidFill>
          </a:ln>
        </p:spPr>
        <p:txBody>
          <a:bodyPr/>
          <a:lstStyle/>
          <a:p/>
        </p:txBody>
      </p:sp>
      <p:sp>
        <p:nvSpPr>
          <p:cNvPr id="144" name="Line 144"/>
          <p:cNvSpPr/>
          <p:nvPr/>
        </p:nvSpPr>
        <p:spPr>
          <a:xfrm>
            <a:off x="8203144" y="4839226"/>
            <a:ext cx="72917" cy="0"/>
          </a:xfrm>
          <a:prstGeom prst="line">
            <a:avLst/>
          </a:prstGeom>
          <a:noFill/>
          <a:ln w="15240">
            <a:solidFill>
              <a:srgbClr val="536B95"/>
            </a:solidFill>
          </a:ln>
        </p:spPr>
        <p:txBody>
          <a:bodyPr/>
          <a:lstStyle/>
          <a:p/>
        </p:txBody>
      </p:sp>
      <p:sp>
        <p:nvSpPr>
          <p:cNvPr id="145" name="Line 145"/>
          <p:cNvSpPr/>
          <p:nvPr/>
        </p:nvSpPr>
        <p:spPr>
          <a:xfrm>
            <a:off x="3478133" y="2405037"/>
            <a:ext cx="1064586" cy="0"/>
          </a:xfrm>
          <a:prstGeom prst="line">
            <a:avLst/>
          </a:prstGeom>
          <a:noFill/>
          <a:ln w="5715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46" name="Line 146"/>
          <p:cNvSpPr/>
          <p:nvPr/>
        </p:nvSpPr>
        <p:spPr>
          <a:xfrm flipH="1" flipV="1">
            <a:off x="4396885" y="2295717"/>
            <a:ext cx="145834" cy="109320"/>
          </a:xfrm>
          <a:prstGeom prst="line">
            <a:avLst/>
          </a:prstGeom>
          <a:noFill/>
          <a:ln w="5715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47" name="Line 147"/>
          <p:cNvSpPr/>
          <p:nvPr/>
        </p:nvSpPr>
        <p:spPr>
          <a:xfrm flipH="1">
            <a:off x="4396885" y="2405037"/>
            <a:ext cx="145834" cy="109320"/>
          </a:xfrm>
          <a:prstGeom prst="line">
            <a:avLst/>
          </a:prstGeom>
          <a:noFill/>
          <a:ln w="5715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48" name="Line 148"/>
          <p:cNvSpPr/>
          <p:nvPr/>
        </p:nvSpPr>
        <p:spPr>
          <a:xfrm>
            <a:off x="3478133" y="4168731"/>
            <a:ext cx="1064586" cy="0"/>
          </a:xfrm>
          <a:prstGeom prst="line">
            <a:avLst/>
          </a:prstGeom>
          <a:noFill/>
          <a:ln w="5715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49" name="Line 149"/>
          <p:cNvSpPr/>
          <p:nvPr/>
        </p:nvSpPr>
        <p:spPr>
          <a:xfrm flipH="1" flipV="1">
            <a:off x="4396885" y="4059411"/>
            <a:ext cx="145834" cy="109320"/>
          </a:xfrm>
          <a:prstGeom prst="line">
            <a:avLst/>
          </a:prstGeom>
          <a:noFill/>
          <a:ln w="5715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50" name="Line 150"/>
          <p:cNvSpPr/>
          <p:nvPr/>
        </p:nvSpPr>
        <p:spPr>
          <a:xfrm flipH="1">
            <a:off x="4396885" y="4168731"/>
            <a:ext cx="145834" cy="109320"/>
          </a:xfrm>
          <a:prstGeom prst="line">
            <a:avLst/>
          </a:prstGeom>
          <a:noFill/>
          <a:ln w="5715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51" name="Line 151"/>
          <p:cNvSpPr/>
          <p:nvPr/>
        </p:nvSpPr>
        <p:spPr>
          <a:xfrm>
            <a:off x="7153142" y="3250444"/>
            <a:ext cx="576043" cy="116608"/>
          </a:xfrm>
          <a:prstGeom prst="line">
            <a:avLst/>
          </a:prstGeom>
          <a:noFill/>
          <a:ln w="508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52" name="Line 152"/>
          <p:cNvSpPr/>
          <p:nvPr/>
        </p:nvSpPr>
        <p:spPr>
          <a:xfrm flipH="1" flipV="1">
            <a:off x="7605226" y="3274130"/>
            <a:ext cx="123959" cy="92922"/>
          </a:xfrm>
          <a:prstGeom prst="line">
            <a:avLst/>
          </a:prstGeom>
          <a:noFill/>
          <a:ln w="508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53" name="Line 153"/>
          <p:cNvSpPr/>
          <p:nvPr/>
        </p:nvSpPr>
        <p:spPr>
          <a:xfrm flipH="1">
            <a:off x="7605226" y="3367052"/>
            <a:ext cx="123959" cy="92922"/>
          </a:xfrm>
          <a:prstGeom prst="line">
            <a:avLst/>
          </a:prstGeom>
          <a:noFill/>
          <a:ln w="508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54" name="TextBox 154"/>
          <p:cNvSpPr txBox="1"/>
          <p:nvPr/>
        </p:nvSpPr>
        <p:spPr>
          <a:xfrm>
            <a:off x="3317716" y="320672"/>
            <a:ext cx="5578138" cy="699647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4300" b="1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原生生图与编辑图</a:t>
            </a:r>
            <a:endParaRPr lang="zh-CN" sz="4300"/>
          </a:p>
        </p:txBody>
      </p:sp>
      <p:sp>
        <p:nvSpPr>
          <p:cNvPr id="155" name="TextBox 155"/>
          <p:cNvSpPr txBox="1"/>
          <p:nvPr/>
        </p:nvSpPr>
        <p:spPr>
          <a:xfrm>
            <a:off x="1093753" y="1413870"/>
            <a:ext cx="1677087" cy="26236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00">
                <a:solidFill>
                  <a:srgbClr val="1057BE"/>
                </a:solidFill>
                <a:latin typeface="HanziPen SC"/>
                <a:ea typeface="HanziPen SC"/>
                <a:cs typeface="HanziPen SC"/>
              </a:rPr>
              <a:t>输入（两种方式）</a:t>
            </a:r>
            <a:endParaRPr lang="zh-CN" sz="2000"/>
          </a:p>
        </p:txBody>
      </p:sp>
      <p:sp>
        <p:nvSpPr>
          <p:cNvPr id="156" name="TextBox 156"/>
          <p:cNvSpPr txBox="1"/>
          <p:nvPr/>
        </p:nvSpPr>
        <p:spPr>
          <a:xfrm>
            <a:off x="8647937" y="1413870"/>
            <a:ext cx="2260422" cy="26236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00">
                <a:solidFill>
                  <a:srgbClr val="F05A14"/>
                </a:solidFill>
                <a:latin typeface="HanziPen SC"/>
                <a:ea typeface="HanziPen SC"/>
                <a:cs typeface="HanziPen SC"/>
              </a:rPr>
              <a:t>输出（返回 Discord）</a:t>
            </a:r>
            <a:endParaRPr lang="zh-CN" sz="2000"/>
          </a:p>
        </p:txBody>
      </p:sp>
      <p:sp>
        <p:nvSpPr>
          <p:cNvPr id="157" name="TextBox 157"/>
          <p:cNvSpPr txBox="1"/>
          <p:nvPr/>
        </p:nvSpPr>
        <p:spPr>
          <a:xfrm>
            <a:off x="896877" y="2069790"/>
            <a:ext cx="247917" cy="25508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2600" b="1">
                <a:solidFill>
                  <a:srgbClr val="1057BE"/>
                </a:solidFill>
                <a:latin typeface="PingFang SC"/>
                <a:ea typeface="PingFang SC"/>
                <a:cs typeface="PingFang SC"/>
              </a:rPr>
              <a:t>T</a:t>
            </a:r>
            <a:endParaRPr lang="zh-CN" sz="2600"/>
          </a:p>
        </p:txBody>
      </p:sp>
      <p:sp>
        <p:nvSpPr>
          <p:cNvPr id="158" name="TextBox 158"/>
          <p:cNvSpPr txBox="1"/>
          <p:nvPr/>
        </p:nvSpPr>
        <p:spPr>
          <a:xfrm>
            <a:off x="1370837" y="1996910"/>
            <a:ext cx="1203128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920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文本提示词</a:t>
            </a:r>
            <a:endParaRPr lang="zh-CN" sz="1920"/>
          </a:p>
        </p:txBody>
      </p:sp>
      <p:sp>
        <p:nvSpPr>
          <p:cNvPr id="159" name="TextBox 159"/>
          <p:cNvSpPr txBox="1"/>
          <p:nvPr/>
        </p:nvSpPr>
        <p:spPr>
          <a:xfrm>
            <a:off x="1370837" y="2273853"/>
            <a:ext cx="1822921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用自然语言描述你想要的图，</a:t>
            </a:r>
            <a:endParaRPr lang="zh-CN" sz="1140"/>
          </a:p>
        </p:txBody>
      </p:sp>
      <p:sp>
        <p:nvSpPr>
          <p:cNvPr id="160" name="TextBox 160"/>
          <p:cNvSpPr txBox="1"/>
          <p:nvPr/>
        </p:nvSpPr>
        <p:spPr>
          <a:xfrm>
            <a:off x="1370837" y="2499781"/>
            <a:ext cx="1093753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越具体越好。</a:t>
            </a:r>
            <a:endParaRPr lang="zh-CN" sz="1140"/>
          </a:p>
        </p:txBody>
      </p:sp>
      <p:sp>
        <p:nvSpPr>
          <p:cNvPr id="161" name="TextBox 161"/>
          <p:cNvSpPr txBox="1"/>
          <p:nvPr/>
        </p:nvSpPr>
        <p:spPr>
          <a:xfrm>
            <a:off x="1436462" y="2988077"/>
            <a:ext cx="1750004" cy="16762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480">
                <a:solidFill>
                  <a:srgbClr val="1057BE"/>
                </a:solidFill>
                <a:latin typeface="HanziPen SC"/>
                <a:ea typeface="HanziPen SC"/>
                <a:cs typeface="HanziPen SC"/>
              </a:rPr>
              <a:t>示例：生成一张架构图</a:t>
            </a:r>
            <a:endParaRPr lang="zh-CN" sz="1480"/>
          </a:p>
        </p:txBody>
      </p:sp>
      <p:sp>
        <p:nvSpPr>
          <p:cNvPr id="162" name="TextBox 162"/>
          <p:cNvSpPr txBox="1"/>
          <p:nvPr/>
        </p:nvSpPr>
        <p:spPr>
          <a:xfrm>
            <a:off x="1378128" y="3716876"/>
            <a:ext cx="1130211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920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上传图片</a:t>
            </a:r>
            <a:endParaRPr lang="zh-CN" sz="1920"/>
          </a:p>
        </p:txBody>
      </p:sp>
      <p:sp>
        <p:nvSpPr>
          <p:cNvPr id="163" name="TextBox 163"/>
          <p:cNvSpPr txBox="1"/>
          <p:nvPr/>
        </p:nvSpPr>
        <p:spPr>
          <a:xfrm>
            <a:off x="1378128" y="3993819"/>
            <a:ext cx="1822921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上传图片进行编辑、修改或</a:t>
            </a:r>
            <a:endParaRPr lang="zh-CN" sz="1140"/>
          </a:p>
        </p:txBody>
      </p:sp>
      <p:sp>
        <p:nvSpPr>
          <p:cNvPr id="164" name="TextBox 164"/>
          <p:cNvSpPr txBox="1"/>
          <p:nvPr/>
        </p:nvSpPr>
        <p:spPr>
          <a:xfrm>
            <a:off x="1378128" y="4227035"/>
            <a:ext cx="984377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风格转换。</a:t>
            </a:r>
            <a:endParaRPr lang="zh-CN" sz="1140"/>
          </a:p>
        </p:txBody>
      </p:sp>
      <p:sp>
        <p:nvSpPr>
          <p:cNvPr id="165" name="TextBox 165"/>
          <p:cNvSpPr txBox="1"/>
          <p:nvPr/>
        </p:nvSpPr>
        <p:spPr>
          <a:xfrm>
            <a:off x="1443753" y="4773634"/>
            <a:ext cx="1750004" cy="16762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480">
                <a:solidFill>
                  <a:srgbClr val="246F2C"/>
                </a:solidFill>
                <a:latin typeface="HanziPen SC"/>
                <a:ea typeface="HanziPen SC"/>
                <a:cs typeface="HanziPen SC"/>
              </a:rPr>
              <a:t>示例：编辑这张封面</a:t>
            </a:r>
            <a:endParaRPr lang="zh-CN" sz="1480"/>
          </a:p>
        </p:txBody>
      </p:sp>
      <p:sp>
        <p:nvSpPr>
          <p:cNvPr id="166" name="TextBox 166"/>
          <p:cNvSpPr txBox="1"/>
          <p:nvPr/>
        </p:nvSpPr>
        <p:spPr>
          <a:xfrm>
            <a:off x="3397925" y="5422266"/>
            <a:ext cx="816669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80">
                <a:solidFill>
                  <a:srgbClr val="1057BE"/>
                </a:solidFill>
                <a:latin typeface="HanziPen SC"/>
                <a:ea typeface="HanziPen SC"/>
                <a:cs typeface="HanziPen SC"/>
              </a:rPr>
              <a:t>直接生图</a:t>
            </a:r>
            <a:endParaRPr lang="zh-CN" sz="1580"/>
          </a:p>
        </p:txBody>
      </p:sp>
      <p:sp>
        <p:nvSpPr>
          <p:cNvPr id="167" name="TextBox 167"/>
          <p:cNvSpPr txBox="1"/>
          <p:nvPr/>
        </p:nvSpPr>
        <p:spPr>
          <a:xfrm>
            <a:off x="5476054" y="5422266"/>
            <a:ext cx="984377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80">
                <a:solidFill>
                  <a:srgbClr val="246F2C"/>
                </a:solidFill>
                <a:latin typeface="HanziPen SC"/>
                <a:ea typeface="HanziPen SC"/>
                <a:cs typeface="HanziPen SC"/>
              </a:rPr>
              <a:t>上传后编辑</a:t>
            </a:r>
            <a:endParaRPr lang="zh-CN" sz="1580"/>
          </a:p>
        </p:txBody>
      </p:sp>
      <p:sp>
        <p:nvSpPr>
          <p:cNvPr id="168" name="TextBox 168"/>
          <p:cNvSpPr txBox="1"/>
          <p:nvPr/>
        </p:nvSpPr>
        <p:spPr>
          <a:xfrm>
            <a:off x="6001056" y="2332157"/>
            <a:ext cx="255209" cy="30609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2900">
                <a:solidFill>
                  <a:srgbClr val="246F2C"/>
                </a:solidFill>
                <a:latin typeface="HanziPen SC"/>
                <a:ea typeface="HanziPen SC"/>
                <a:cs typeface="HanziPen SC"/>
              </a:rPr>
              <a:t>C</a:t>
            </a:r>
            <a:endParaRPr lang="zh-CN" sz="2900"/>
          </a:p>
        </p:txBody>
      </p:sp>
      <p:sp>
        <p:nvSpPr>
          <p:cNvPr id="169" name="TextBox 169"/>
          <p:cNvSpPr txBox="1"/>
          <p:nvPr/>
        </p:nvSpPr>
        <p:spPr>
          <a:xfrm>
            <a:off x="5541680" y="2864181"/>
            <a:ext cx="875002" cy="25508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2350">
                <a:solidFill>
                  <a:srgbClr val="246F2C"/>
                </a:solidFill>
                <a:latin typeface="HanziPen SC"/>
                <a:ea typeface="HanziPen SC"/>
                <a:cs typeface="HanziPen SC"/>
              </a:rPr>
              <a:t>Codex</a:t>
            </a:r>
            <a:endParaRPr lang="zh-CN" sz="2350"/>
          </a:p>
        </p:txBody>
      </p:sp>
      <p:sp>
        <p:nvSpPr>
          <p:cNvPr id="170" name="TextBox 170"/>
          <p:cNvSpPr txBox="1"/>
          <p:nvPr/>
        </p:nvSpPr>
        <p:spPr>
          <a:xfrm>
            <a:off x="5140637" y="3206716"/>
            <a:ext cx="1531254" cy="1967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680">
                <a:solidFill>
                  <a:srgbClr val="246F2C"/>
                </a:solidFill>
                <a:latin typeface="HanziPen SC"/>
                <a:ea typeface="HanziPen SC"/>
                <a:cs typeface="HanziPen SC"/>
              </a:rPr>
              <a:t>image_generation /</a:t>
            </a:r>
            <a:endParaRPr lang="zh-CN" sz="1680"/>
          </a:p>
        </p:txBody>
      </p:sp>
      <p:sp>
        <p:nvSpPr>
          <p:cNvPr id="171" name="TextBox 171"/>
          <p:cNvSpPr txBox="1"/>
          <p:nvPr/>
        </p:nvSpPr>
        <p:spPr>
          <a:xfrm>
            <a:off x="5301054" y="3447220"/>
            <a:ext cx="1203128" cy="1967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680">
                <a:solidFill>
                  <a:srgbClr val="246F2C"/>
                </a:solidFill>
                <a:latin typeface="HanziPen SC"/>
                <a:ea typeface="HanziPen SC"/>
                <a:cs typeface="HanziPen SC"/>
              </a:rPr>
              <a:t>GPT Image 2</a:t>
            </a:r>
            <a:endParaRPr lang="zh-CN" sz="1680"/>
          </a:p>
        </p:txBody>
      </p:sp>
      <p:sp>
        <p:nvSpPr>
          <p:cNvPr id="172" name="TextBox 172"/>
          <p:cNvSpPr txBox="1"/>
          <p:nvPr/>
        </p:nvSpPr>
        <p:spPr>
          <a:xfrm>
            <a:off x="5337512" y="3884499"/>
            <a:ext cx="1385420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50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理解你的需求</a:t>
            </a:r>
            <a:endParaRPr lang="zh-CN" sz="1550"/>
          </a:p>
        </p:txBody>
      </p:sp>
      <p:sp>
        <p:nvSpPr>
          <p:cNvPr id="173" name="TextBox 173"/>
          <p:cNvSpPr txBox="1"/>
          <p:nvPr/>
        </p:nvSpPr>
        <p:spPr>
          <a:xfrm>
            <a:off x="5337512" y="4212459"/>
            <a:ext cx="1385420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50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生成或编辑图片</a:t>
            </a:r>
            <a:endParaRPr lang="zh-CN" sz="1550"/>
          </a:p>
        </p:txBody>
      </p:sp>
      <p:sp>
        <p:nvSpPr>
          <p:cNvPr id="174" name="TextBox 174"/>
          <p:cNvSpPr txBox="1"/>
          <p:nvPr/>
        </p:nvSpPr>
        <p:spPr>
          <a:xfrm>
            <a:off x="5337512" y="4547707"/>
            <a:ext cx="1385420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50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输出 PNG 文件</a:t>
            </a:r>
            <a:endParaRPr lang="zh-CN" sz="1550"/>
          </a:p>
        </p:txBody>
      </p:sp>
      <p:sp>
        <p:nvSpPr>
          <p:cNvPr id="175" name="TextBox 175"/>
          <p:cNvSpPr txBox="1"/>
          <p:nvPr/>
        </p:nvSpPr>
        <p:spPr>
          <a:xfrm>
            <a:off x="8538562" y="2011486"/>
            <a:ext cx="2187505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00">
                <a:solidFill>
                  <a:srgbClr val="1057BE"/>
                </a:solidFill>
                <a:latin typeface="PingFang SC"/>
                <a:ea typeface="PingFang SC"/>
                <a:cs typeface="PingFang SC"/>
              </a:rPr>
              <a:t>Discord 频道 # api-项目</a:t>
            </a:r>
            <a:endParaRPr lang="zh-CN" sz="1500"/>
          </a:p>
        </p:txBody>
      </p:sp>
      <p:sp>
        <p:nvSpPr>
          <p:cNvPr id="176" name="TextBox 176"/>
          <p:cNvSpPr txBox="1"/>
          <p:nvPr/>
        </p:nvSpPr>
        <p:spPr>
          <a:xfrm>
            <a:off x="8531270" y="2521645"/>
            <a:ext cx="408334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Codex</a:t>
            </a:r>
            <a:endParaRPr lang="zh-CN" sz="1350"/>
          </a:p>
        </p:txBody>
      </p:sp>
      <p:sp>
        <p:nvSpPr>
          <p:cNvPr id="177" name="TextBox 177"/>
          <p:cNvSpPr txBox="1"/>
          <p:nvPr/>
        </p:nvSpPr>
        <p:spPr>
          <a:xfrm>
            <a:off x="9012521" y="2528933"/>
            <a:ext cx="226042" cy="9474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77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BOT</a:t>
            </a:r>
            <a:endParaRPr lang="zh-CN" sz="770"/>
          </a:p>
        </p:txBody>
      </p:sp>
      <p:sp>
        <p:nvSpPr>
          <p:cNvPr id="178" name="TextBox 178"/>
          <p:cNvSpPr txBox="1"/>
          <p:nvPr/>
        </p:nvSpPr>
        <p:spPr>
          <a:xfrm>
            <a:off x="9347939" y="2528933"/>
            <a:ext cx="401043" cy="14576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30">
                <a:solidFill>
                  <a:srgbClr val="34436B"/>
                </a:solidFill>
                <a:latin typeface="PingFang SC"/>
                <a:ea typeface="PingFang SC"/>
                <a:cs typeface="PingFang SC"/>
              </a:rPr>
              <a:t>10:42</a:t>
            </a:r>
            <a:endParaRPr lang="zh-CN" sz="1130"/>
          </a:p>
        </p:txBody>
      </p:sp>
      <p:sp>
        <p:nvSpPr>
          <p:cNvPr id="179" name="TextBox 179"/>
          <p:cNvSpPr txBox="1"/>
          <p:nvPr/>
        </p:nvSpPr>
        <p:spPr>
          <a:xfrm>
            <a:off x="8531270" y="2776725"/>
            <a:ext cx="1531254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已生成图片，见附件：</a:t>
            </a:r>
            <a:endParaRPr lang="zh-CN" sz="1300"/>
          </a:p>
        </p:txBody>
      </p:sp>
      <p:sp>
        <p:nvSpPr>
          <p:cNvPr id="180" name="TextBox 180"/>
          <p:cNvSpPr txBox="1"/>
          <p:nvPr/>
        </p:nvSpPr>
        <p:spPr>
          <a:xfrm>
            <a:off x="9508356" y="3104684"/>
            <a:ext cx="729168" cy="13118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900" b="1">
                <a:solidFill>
                  <a:srgbClr val="071941"/>
                </a:solidFill>
                <a:latin typeface="PingFang SC"/>
                <a:ea typeface="PingFang SC"/>
                <a:cs typeface="PingFang SC"/>
              </a:rPr>
              <a:t>系统架构图</a:t>
            </a:r>
            <a:endParaRPr lang="zh-CN" sz="900"/>
          </a:p>
        </p:txBody>
      </p:sp>
      <p:sp>
        <p:nvSpPr>
          <p:cNvPr id="181" name="TextBox 181"/>
          <p:cNvSpPr txBox="1"/>
          <p:nvPr/>
        </p:nvSpPr>
        <p:spPr>
          <a:xfrm>
            <a:off x="8655229" y="3760604"/>
            <a:ext cx="233334" cy="11660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680">
                <a:solidFill>
                  <a:srgbClr val="071941"/>
                </a:solidFill>
                <a:latin typeface="PingFang SC"/>
                <a:ea typeface="PingFang SC"/>
                <a:cs typeface="PingFang SC"/>
              </a:rPr>
              <a:t>用户</a:t>
            </a:r>
            <a:endParaRPr lang="zh-CN" sz="680"/>
          </a:p>
        </p:txBody>
      </p:sp>
      <p:sp>
        <p:nvSpPr>
          <p:cNvPr id="182" name="TextBox 182"/>
          <p:cNvSpPr txBox="1"/>
          <p:nvPr/>
        </p:nvSpPr>
        <p:spPr>
          <a:xfrm>
            <a:off x="9107313" y="3760604"/>
            <a:ext cx="364584" cy="11660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680">
                <a:solidFill>
                  <a:srgbClr val="071941"/>
                </a:solidFill>
                <a:latin typeface="PingFang SC"/>
                <a:ea typeface="PingFang SC"/>
                <a:cs typeface="PingFang SC"/>
              </a:rPr>
              <a:t>Web 前端</a:t>
            </a:r>
            <a:endParaRPr lang="zh-CN" sz="680"/>
          </a:p>
        </p:txBody>
      </p:sp>
      <p:sp>
        <p:nvSpPr>
          <p:cNvPr id="183" name="TextBox 183"/>
          <p:cNvSpPr txBox="1"/>
          <p:nvPr/>
        </p:nvSpPr>
        <p:spPr>
          <a:xfrm>
            <a:off x="9683356" y="3760604"/>
            <a:ext cx="364584" cy="11660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680">
                <a:solidFill>
                  <a:srgbClr val="071941"/>
                </a:solidFill>
                <a:latin typeface="PingFang SC"/>
                <a:ea typeface="PingFang SC"/>
                <a:cs typeface="PingFang SC"/>
              </a:rPr>
              <a:t>API 网关</a:t>
            </a:r>
            <a:endParaRPr lang="zh-CN" sz="680"/>
          </a:p>
        </p:txBody>
      </p:sp>
      <p:sp>
        <p:nvSpPr>
          <p:cNvPr id="184" name="TextBox 184"/>
          <p:cNvSpPr txBox="1"/>
          <p:nvPr/>
        </p:nvSpPr>
        <p:spPr>
          <a:xfrm>
            <a:off x="10252107" y="3760604"/>
            <a:ext cx="379168" cy="11660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680">
                <a:solidFill>
                  <a:srgbClr val="071941"/>
                </a:solidFill>
                <a:latin typeface="PingFang SC"/>
                <a:ea typeface="PingFang SC"/>
                <a:cs typeface="PingFang SC"/>
              </a:rPr>
              <a:t>服务层</a:t>
            </a:r>
            <a:endParaRPr lang="zh-CN" sz="680"/>
          </a:p>
        </p:txBody>
      </p:sp>
      <p:sp>
        <p:nvSpPr>
          <p:cNvPr id="185" name="TextBox 185"/>
          <p:cNvSpPr txBox="1"/>
          <p:nvPr/>
        </p:nvSpPr>
        <p:spPr>
          <a:xfrm>
            <a:off x="10820859" y="3760604"/>
            <a:ext cx="357293" cy="11660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680">
                <a:solidFill>
                  <a:srgbClr val="071941"/>
                </a:solidFill>
                <a:latin typeface="PingFang SC"/>
                <a:ea typeface="PingFang SC"/>
                <a:cs typeface="PingFang SC"/>
              </a:rPr>
              <a:t>数据库</a:t>
            </a:r>
            <a:endParaRPr lang="zh-CN" sz="680"/>
          </a:p>
        </p:txBody>
      </p:sp>
      <p:sp>
        <p:nvSpPr>
          <p:cNvPr id="186" name="TextBox 186"/>
          <p:cNvSpPr txBox="1"/>
          <p:nvPr/>
        </p:nvSpPr>
        <p:spPr>
          <a:xfrm>
            <a:off x="10091690" y="4234323"/>
            <a:ext cx="204167" cy="8745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640">
                <a:solidFill>
                  <a:srgbClr val="071941"/>
                </a:solidFill>
                <a:latin typeface="PingFang SC"/>
                <a:ea typeface="PingFang SC"/>
                <a:cs typeface="PingFang SC"/>
              </a:rPr>
              <a:t>缓存</a:t>
            </a:r>
            <a:endParaRPr lang="zh-CN" sz="640"/>
          </a:p>
        </p:txBody>
      </p:sp>
      <p:sp>
        <p:nvSpPr>
          <p:cNvPr id="187" name="TextBox 187"/>
          <p:cNvSpPr txBox="1"/>
          <p:nvPr/>
        </p:nvSpPr>
        <p:spPr>
          <a:xfrm>
            <a:off x="10077107" y="4336355"/>
            <a:ext cx="247917" cy="8745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640">
                <a:solidFill>
                  <a:srgbClr val="071941"/>
                </a:solidFill>
                <a:latin typeface="PingFang SC"/>
                <a:ea typeface="PingFang SC"/>
                <a:cs typeface="PingFang SC"/>
              </a:rPr>
              <a:t>Redis</a:t>
            </a:r>
            <a:endParaRPr lang="zh-CN" sz="640"/>
          </a:p>
        </p:txBody>
      </p:sp>
      <p:sp>
        <p:nvSpPr>
          <p:cNvPr id="188" name="TextBox 188"/>
          <p:cNvSpPr txBox="1"/>
          <p:nvPr/>
        </p:nvSpPr>
        <p:spPr>
          <a:xfrm>
            <a:off x="10616692" y="4234323"/>
            <a:ext cx="350001" cy="8745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640">
                <a:solidFill>
                  <a:srgbClr val="071941"/>
                </a:solidFill>
                <a:latin typeface="PingFang SC"/>
                <a:ea typeface="PingFang SC"/>
                <a:cs typeface="PingFang SC"/>
              </a:rPr>
              <a:t>对象存储</a:t>
            </a:r>
            <a:endParaRPr lang="zh-CN" sz="640"/>
          </a:p>
        </p:txBody>
      </p:sp>
      <p:sp>
        <p:nvSpPr>
          <p:cNvPr id="189" name="TextBox 189"/>
          <p:cNvSpPr txBox="1"/>
          <p:nvPr/>
        </p:nvSpPr>
        <p:spPr>
          <a:xfrm>
            <a:off x="10704192" y="4336355"/>
            <a:ext cx="182292" cy="8745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640">
                <a:solidFill>
                  <a:srgbClr val="071941"/>
                </a:solidFill>
                <a:latin typeface="PingFang SC"/>
                <a:ea typeface="PingFang SC"/>
                <a:cs typeface="PingFang SC"/>
              </a:rPr>
              <a:t>S3</a:t>
            </a:r>
            <a:endParaRPr lang="zh-CN" sz="640"/>
          </a:p>
        </p:txBody>
      </p:sp>
      <p:sp>
        <p:nvSpPr>
          <p:cNvPr id="190" name="TextBox 190"/>
          <p:cNvSpPr txBox="1"/>
          <p:nvPr/>
        </p:nvSpPr>
        <p:spPr>
          <a:xfrm>
            <a:off x="8429186" y="4759058"/>
            <a:ext cx="1312503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00">
                <a:solidFill>
                  <a:srgbClr val="34436B"/>
                </a:solidFill>
                <a:latin typeface="PingFang SC"/>
                <a:ea typeface="PingFang SC"/>
                <a:cs typeface="PingFang SC"/>
              </a:rPr>
              <a:t>architecture.png</a:t>
            </a:r>
            <a:endParaRPr lang="zh-CN" sz="1200"/>
          </a:p>
        </p:txBody>
      </p:sp>
      <p:sp>
        <p:nvSpPr>
          <p:cNvPr id="191" name="TextBox 191"/>
          <p:cNvSpPr txBox="1"/>
          <p:nvPr/>
        </p:nvSpPr>
        <p:spPr>
          <a:xfrm>
            <a:off x="9800023" y="4766346"/>
            <a:ext cx="510418" cy="14576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19">
                <a:solidFill>
                  <a:srgbClr val="34436B"/>
                </a:solidFill>
                <a:latin typeface="PingFang SC"/>
                <a:ea typeface="PingFang SC"/>
                <a:cs typeface="PingFang SC"/>
              </a:rPr>
              <a:t>1.2 MB</a:t>
            </a:r>
            <a:endParaRPr lang="zh-CN" sz="1019"/>
          </a:p>
        </p:txBody>
      </p:sp>
      <p:sp>
        <p:nvSpPr>
          <p:cNvPr id="192" name="TextBox 192"/>
          <p:cNvSpPr txBox="1"/>
          <p:nvPr/>
        </p:nvSpPr>
        <p:spPr>
          <a:xfrm>
            <a:off x="7707310" y="5414978"/>
            <a:ext cx="1494795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50">
                <a:solidFill>
                  <a:srgbClr val="F05A14"/>
                </a:solidFill>
                <a:latin typeface="HanziPen SC"/>
                <a:ea typeface="HanziPen SC"/>
                <a:cs typeface="HanziPen SC"/>
              </a:rPr>
              <a:t>自动作为附件返回</a:t>
            </a:r>
            <a:endParaRPr lang="zh-CN" sz="1550"/>
          </a:p>
        </p:txBody>
      </p:sp>
      <p:sp>
        <p:nvSpPr>
          <p:cNvPr id="193" name="TextBox 193"/>
          <p:cNvSpPr txBox="1"/>
          <p:nvPr/>
        </p:nvSpPr>
        <p:spPr>
          <a:xfrm>
            <a:off x="2442714" y="6136489"/>
            <a:ext cx="2114588" cy="27694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150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图片任务请使用</a:t>
            </a:r>
            <a:endParaRPr lang="zh-CN" sz="2150"/>
          </a:p>
        </p:txBody>
      </p:sp>
      <p:sp>
        <p:nvSpPr>
          <p:cNvPr id="194" name="TextBox 194"/>
          <p:cNvSpPr txBox="1"/>
          <p:nvPr/>
        </p:nvSpPr>
        <p:spPr>
          <a:xfrm>
            <a:off x="4593761" y="6136489"/>
            <a:ext cx="1604170" cy="27694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150">
                <a:solidFill>
                  <a:srgbClr val="246F2C"/>
                </a:solidFill>
                <a:latin typeface="HanziPen SC"/>
                <a:ea typeface="HanziPen SC"/>
                <a:cs typeface="HanziPen SC"/>
              </a:rPr>
              <a:t>默认 Codex</a:t>
            </a:r>
            <a:endParaRPr lang="zh-CN" sz="2150"/>
          </a:p>
        </p:txBody>
      </p:sp>
      <p:sp>
        <p:nvSpPr>
          <p:cNvPr id="195" name="TextBox 195"/>
          <p:cNvSpPr txBox="1"/>
          <p:nvPr/>
        </p:nvSpPr>
        <p:spPr>
          <a:xfrm>
            <a:off x="6190639" y="6136489"/>
            <a:ext cx="1494795" cy="27694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150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或 !codex，</a:t>
            </a:r>
            <a:endParaRPr lang="zh-CN" sz="2150"/>
          </a:p>
        </p:txBody>
      </p:sp>
      <p:sp>
        <p:nvSpPr>
          <p:cNvPr id="196" name="TextBox 196"/>
          <p:cNvSpPr txBox="1"/>
          <p:nvPr/>
        </p:nvSpPr>
        <p:spPr>
          <a:xfrm>
            <a:off x="7780227" y="6136489"/>
            <a:ext cx="1640629" cy="27694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150">
                <a:solidFill>
                  <a:srgbClr val="F05A14"/>
                </a:solidFill>
                <a:latin typeface="HanziPen SC"/>
                <a:ea typeface="HanziPen SC"/>
                <a:cs typeface="HanziPen SC"/>
              </a:rPr>
              <a:t>不要用 !claude</a:t>
            </a:r>
            <a:endParaRPr lang="zh-CN" sz="2150"/>
          </a:p>
        </p:txBody>
      </p:sp>
      <p:sp>
        <p:nvSpPr>
          <p:cNvPr id="197" name="TextBox 197"/>
          <p:cNvSpPr txBox="1"/>
          <p:nvPr/>
        </p:nvSpPr>
        <p:spPr>
          <a:xfrm>
            <a:off x="9457314" y="6136489"/>
            <a:ext cx="802085" cy="27694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150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覆盖。</a:t>
            </a:r>
            <a:endParaRPr lang="zh-CN" sz="2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